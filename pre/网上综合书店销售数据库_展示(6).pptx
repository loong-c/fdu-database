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</p:sldMasterIdLst>
  <p:notesMasterIdLst>
    <p:notesMasterId r:id="rId56"/>
  </p:notesMasterIdLst>
  <p:handoutMasterIdLst>
    <p:handoutMasterId r:id="rId57"/>
  </p:handoutMasterIdLst>
  <p:sldIdLst>
    <p:sldId id="256" r:id="rId5"/>
    <p:sldId id="257" r:id="rId6"/>
    <p:sldId id="270" r:id="rId7"/>
    <p:sldId id="258" r:id="rId8"/>
    <p:sldId id="271" r:id="rId9"/>
    <p:sldId id="259" r:id="rId10"/>
    <p:sldId id="266" r:id="rId11"/>
    <p:sldId id="267" r:id="rId12"/>
    <p:sldId id="334" r:id="rId13"/>
    <p:sldId id="335" r:id="rId14"/>
    <p:sldId id="340" r:id="rId15"/>
    <p:sldId id="269" r:id="rId16"/>
    <p:sldId id="328" r:id="rId17"/>
    <p:sldId id="329" r:id="rId18"/>
    <p:sldId id="330" r:id="rId19"/>
    <p:sldId id="331" r:id="rId20"/>
    <p:sldId id="338" r:id="rId21"/>
    <p:sldId id="339" r:id="rId22"/>
    <p:sldId id="337" r:id="rId23"/>
    <p:sldId id="272" r:id="rId24"/>
    <p:sldId id="273" r:id="rId25"/>
    <p:sldId id="265" r:id="rId26"/>
    <p:sldId id="341" r:id="rId27"/>
    <p:sldId id="342" r:id="rId28"/>
    <p:sldId id="336" r:id="rId29"/>
    <p:sldId id="290" r:id="rId30"/>
    <p:sldId id="305" r:id="rId31"/>
    <p:sldId id="306" r:id="rId32"/>
    <p:sldId id="307" r:id="rId33"/>
    <p:sldId id="308" r:id="rId34"/>
    <p:sldId id="309" r:id="rId35"/>
    <p:sldId id="310" r:id="rId36"/>
    <p:sldId id="311" r:id="rId37"/>
    <p:sldId id="312" r:id="rId38"/>
    <p:sldId id="313" r:id="rId39"/>
    <p:sldId id="314" r:id="rId40"/>
    <p:sldId id="315" r:id="rId41"/>
    <p:sldId id="316" r:id="rId42"/>
    <p:sldId id="317" r:id="rId43"/>
    <p:sldId id="318" r:id="rId44"/>
    <p:sldId id="319" r:id="rId45"/>
    <p:sldId id="343" r:id="rId46"/>
    <p:sldId id="344" r:id="rId47"/>
    <p:sldId id="345" r:id="rId48"/>
    <p:sldId id="346" r:id="rId49"/>
    <p:sldId id="347" r:id="rId50"/>
    <p:sldId id="348" r:id="rId51"/>
    <p:sldId id="349" r:id="rId52"/>
    <p:sldId id="350" r:id="rId53"/>
    <p:sldId id="351" r:id="rId54"/>
    <p:sldId id="352" r:id="rId5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2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PS" initials="W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83"/>
        <p:guide pos="3823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1" Type="http://schemas.openxmlformats.org/officeDocument/2006/relationships/commentAuthors" Target="commentAuthors.xml"/><Relationship Id="rId60" Type="http://schemas.openxmlformats.org/officeDocument/2006/relationships/tableStyles" Target="tableStyles.xml"/><Relationship Id="rId6" Type="http://schemas.openxmlformats.org/officeDocument/2006/relationships/slide" Target="slides/slide2.xml"/><Relationship Id="rId59" Type="http://schemas.openxmlformats.org/officeDocument/2006/relationships/viewProps" Target="viewProps.xml"/><Relationship Id="rId58" Type="http://schemas.openxmlformats.org/officeDocument/2006/relationships/presProps" Target="presProps.xml"/><Relationship Id="rId57" Type="http://schemas.openxmlformats.org/officeDocument/2006/relationships/handoutMaster" Target="handoutMasters/handoutMaster1.xml"/><Relationship Id="rId56" Type="http://schemas.openxmlformats.org/officeDocument/2006/relationships/notesMaster" Target="notesMasters/notesMaster1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slide" Target="slides/slide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tags" Target="../tags/tag68.xml"/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image" Target="../media/image1.png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image" Target="../media/image2.jpeg"/><Relationship Id="rId2" Type="http://schemas.openxmlformats.org/officeDocument/2006/relationships/tags" Target="../tags/tag75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85.xml"/><Relationship Id="rId7" Type="http://schemas.openxmlformats.org/officeDocument/2006/relationships/tags" Target="../tags/tag84.xml"/><Relationship Id="rId6" Type="http://schemas.openxmlformats.org/officeDocument/2006/relationships/tags" Target="../tags/tag83.xml"/><Relationship Id="rId5" Type="http://schemas.openxmlformats.org/officeDocument/2006/relationships/tags" Target="../tags/tag82.xml"/><Relationship Id="rId4" Type="http://schemas.openxmlformats.org/officeDocument/2006/relationships/tags" Target="../tags/tag81.xml"/><Relationship Id="rId3" Type="http://schemas.openxmlformats.org/officeDocument/2006/relationships/image" Target="../media/image3.png"/><Relationship Id="rId2" Type="http://schemas.openxmlformats.org/officeDocument/2006/relationships/tags" Target="../tags/tag80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91.xml"/><Relationship Id="rId6" Type="http://schemas.openxmlformats.org/officeDocument/2006/relationships/tags" Target="../tags/tag90.xml"/><Relationship Id="rId5" Type="http://schemas.openxmlformats.org/officeDocument/2006/relationships/tags" Target="../tags/tag89.xml"/><Relationship Id="rId4" Type="http://schemas.openxmlformats.org/officeDocument/2006/relationships/tags" Target="../tags/tag88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103.xml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106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110.xml"/><Relationship Id="rId4" Type="http://schemas.openxmlformats.org/officeDocument/2006/relationships/tags" Target="../tags/tag109.xml"/><Relationship Id="rId3" Type="http://schemas.openxmlformats.org/officeDocument/2006/relationships/tags" Target="../tags/tag108.xml"/><Relationship Id="rId2" Type="http://schemas.openxmlformats.org/officeDocument/2006/relationships/tags" Target="../tags/tag107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tags" Target="../tags/tag116.xml"/><Relationship Id="rId7" Type="http://schemas.openxmlformats.org/officeDocument/2006/relationships/tags" Target="../tags/tag115.xml"/><Relationship Id="rId6" Type="http://schemas.openxmlformats.org/officeDocument/2006/relationships/tags" Target="../tags/tag114.xml"/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image" Target="../media/image4.jpeg"/><Relationship Id="rId2" Type="http://schemas.openxmlformats.org/officeDocument/2006/relationships/tags" Target="../tags/tag111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122.xml"/><Relationship Id="rId7" Type="http://schemas.openxmlformats.org/officeDocument/2006/relationships/tags" Target="../tags/tag121.xml"/><Relationship Id="rId6" Type="http://schemas.openxmlformats.org/officeDocument/2006/relationships/tags" Target="../tags/tag120.xml"/><Relationship Id="rId5" Type="http://schemas.openxmlformats.org/officeDocument/2006/relationships/tags" Target="../tags/tag119.xml"/><Relationship Id="rId4" Type="http://schemas.openxmlformats.org/officeDocument/2006/relationships/tags" Target="../tags/tag118.xml"/><Relationship Id="rId3" Type="http://schemas.openxmlformats.org/officeDocument/2006/relationships/image" Target="../media/image1.png"/><Relationship Id="rId2" Type="http://schemas.openxmlformats.org/officeDocument/2006/relationships/tags" Target="../tags/tag117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137.xml"/><Relationship Id="rId8" Type="http://schemas.openxmlformats.org/officeDocument/2006/relationships/tags" Target="../tags/tag136.xml"/><Relationship Id="rId7" Type="http://schemas.openxmlformats.org/officeDocument/2006/relationships/tags" Target="../tags/tag135.xml"/><Relationship Id="rId6" Type="http://schemas.openxmlformats.org/officeDocument/2006/relationships/tags" Target="../tags/tag134.xml"/><Relationship Id="rId5" Type="http://schemas.openxmlformats.org/officeDocument/2006/relationships/tags" Target="../tags/tag133.xml"/><Relationship Id="rId4" Type="http://schemas.openxmlformats.org/officeDocument/2006/relationships/tags" Target="../tags/tag132.xml"/><Relationship Id="rId3" Type="http://schemas.openxmlformats.org/officeDocument/2006/relationships/image" Target="../media/image1.png"/><Relationship Id="rId2" Type="http://schemas.openxmlformats.org/officeDocument/2006/relationships/tags" Target="../tags/tag131.xml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6" Type="http://schemas.openxmlformats.org/officeDocument/2006/relationships/tags" Target="../tags/tag142.xml"/><Relationship Id="rId5" Type="http://schemas.openxmlformats.org/officeDocument/2006/relationships/tags" Target="../tags/tag141.xml"/><Relationship Id="rId4" Type="http://schemas.openxmlformats.org/officeDocument/2006/relationships/tags" Target="../tags/tag140.xml"/><Relationship Id="rId3" Type="http://schemas.openxmlformats.org/officeDocument/2006/relationships/tags" Target="../tags/tag139.xml"/><Relationship Id="rId2" Type="http://schemas.openxmlformats.org/officeDocument/2006/relationships/tags" Target="../tags/tag138.xml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7" Type="http://schemas.openxmlformats.org/officeDocument/2006/relationships/tags" Target="../tags/tag147.xml"/><Relationship Id="rId6" Type="http://schemas.openxmlformats.org/officeDocument/2006/relationships/tags" Target="../tags/tag146.xml"/><Relationship Id="rId5" Type="http://schemas.openxmlformats.org/officeDocument/2006/relationships/tags" Target="../tags/tag145.xml"/><Relationship Id="rId4" Type="http://schemas.openxmlformats.org/officeDocument/2006/relationships/tags" Target="../tags/tag144.xml"/><Relationship Id="rId3" Type="http://schemas.openxmlformats.org/officeDocument/2006/relationships/image" Target="../media/image2.jpeg"/><Relationship Id="rId2" Type="http://schemas.openxmlformats.org/officeDocument/2006/relationships/tags" Target="../tags/tag143.xml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153.xml"/><Relationship Id="rId7" Type="http://schemas.openxmlformats.org/officeDocument/2006/relationships/tags" Target="../tags/tag152.xml"/><Relationship Id="rId6" Type="http://schemas.openxmlformats.org/officeDocument/2006/relationships/tags" Target="../tags/tag151.xml"/><Relationship Id="rId5" Type="http://schemas.openxmlformats.org/officeDocument/2006/relationships/tags" Target="../tags/tag150.xml"/><Relationship Id="rId4" Type="http://schemas.openxmlformats.org/officeDocument/2006/relationships/tags" Target="../tags/tag149.xml"/><Relationship Id="rId3" Type="http://schemas.openxmlformats.org/officeDocument/2006/relationships/image" Target="../media/image3.png"/><Relationship Id="rId2" Type="http://schemas.openxmlformats.org/officeDocument/2006/relationships/tags" Target="../tags/tag148.xml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7" Type="http://schemas.openxmlformats.org/officeDocument/2006/relationships/tags" Target="../tags/tag159.xml"/><Relationship Id="rId6" Type="http://schemas.openxmlformats.org/officeDocument/2006/relationships/tags" Target="../tags/tag158.xml"/><Relationship Id="rId5" Type="http://schemas.openxmlformats.org/officeDocument/2006/relationships/tags" Target="../tags/tag157.xml"/><Relationship Id="rId4" Type="http://schemas.openxmlformats.org/officeDocument/2006/relationships/tags" Target="../tags/tag156.xml"/><Relationship Id="rId3" Type="http://schemas.openxmlformats.org/officeDocument/2006/relationships/tags" Target="../tags/tag155.xml"/><Relationship Id="rId2" Type="http://schemas.openxmlformats.org/officeDocument/2006/relationships/tags" Target="../tags/tag154.xml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167.xml"/><Relationship Id="rId8" Type="http://schemas.openxmlformats.org/officeDocument/2006/relationships/tags" Target="../tags/tag166.xml"/><Relationship Id="rId7" Type="http://schemas.openxmlformats.org/officeDocument/2006/relationships/tags" Target="../tags/tag165.xml"/><Relationship Id="rId6" Type="http://schemas.openxmlformats.org/officeDocument/2006/relationships/tags" Target="../tags/tag164.xml"/><Relationship Id="rId5" Type="http://schemas.openxmlformats.org/officeDocument/2006/relationships/tags" Target="../tags/tag163.xml"/><Relationship Id="rId4" Type="http://schemas.openxmlformats.org/officeDocument/2006/relationships/tags" Target="../tags/tag162.xml"/><Relationship Id="rId3" Type="http://schemas.openxmlformats.org/officeDocument/2006/relationships/tags" Target="../tags/tag161.xml"/><Relationship Id="rId2" Type="http://schemas.openxmlformats.org/officeDocument/2006/relationships/tags" Target="../tags/tag160.xml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5" Type="http://schemas.openxmlformats.org/officeDocument/2006/relationships/tags" Target="../tags/tag171.xml"/><Relationship Id="rId4" Type="http://schemas.openxmlformats.org/officeDocument/2006/relationships/tags" Target="../tags/tag170.xml"/><Relationship Id="rId3" Type="http://schemas.openxmlformats.org/officeDocument/2006/relationships/tags" Target="../tags/tag169.xml"/><Relationship Id="rId2" Type="http://schemas.openxmlformats.org/officeDocument/2006/relationships/tags" Target="../tags/tag168.xml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4" Type="http://schemas.openxmlformats.org/officeDocument/2006/relationships/tags" Target="../tags/tag174.xml"/><Relationship Id="rId3" Type="http://schemas.openxmlformats.org/officeDocument/2006/relationships/tags" Target="../tags/tag173.xml"/><Relationship Id="rId2" Type="http://schemas.openxmlformats.org/officeDocument/2006/relationships/tags" Target="../tags/tag172.xml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5" Type="http://schemas.openxmlformats.org/officeDocument/2006/relationships/tags" Target="../tags/tag178.xml"/><Relationship Id="rId4" Type="http://schemas.openxmlformats.org/officeDocument/2006/relationships/tags" Target="../tags/tag177.xml"/><Relationship Id="rId3" Type="http://schemas.openxmlformats.org/officeDocument/2006/relationships/tags" Target="../tags/tag176.xml"/><Relationship Id="rId2" Type="http://schemas.openxmlformats.org/officeDocument/2006/relationships/tags" Target="../tags/tag175.xml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tags" Target="../tags/tag184.xml"/><Relationship Id="rId7" Type="http://schemas.openxmlformats.org/officeDocument/2006/relationships/tags" Target="../tags/tag183.xml"/><Relationship Id="rId6" Type="http://schemas.openxmlformats.org/officeDocument/2006/relationships/tags" Target="../tags/tag182.xml"/><Relationship Id="rId5" Type="http://schemas.openxmlformats.org/officeDocument/2006/relationships/tags" Target="../tags/tag181.xml"/><Relationship Id="rId4" Type="http://schemas.openxmlformats.org/officeDocument/2006/relationships/tags" Target="../tags/tag180.xml"/><Relationship Id="rId3" Type="http://schemas.openxmlformats.org/officeDocument/2006/relationships/image" Target="../media/image4.jpeg"/><Relationship Id="rId2" Type="http://schemas.openxmlformats.org/officeDocument/2006/relationships/tags" Target="../tags/tag179.xml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8" Type="http://schemas.openxmlformats.org/officeDocument/2006/relationships/tags" Target="../tags/tag190.xml"/><Relationship Id="rId7" Type="http://schemas.openxmlformats.org/officeDocument/2006/relationships/tags" Target="../tags/tag189.xml"/><Relationship Id="rId6" Type="http://schemas.openxmlformats.org/officeDocument/2006/relationships/tags" Target="../tags/tag188.xml"/><Relationship Id="rId5" Type="http://schemas.openxmlformats.org/officeDocument/2006/relationships/tags" Target="../tags/tag187.xml"/><Relationship Id="rId4" Type="http://schemas.openxmlformats.org/officeDocument/2006/relationships/tags" Target="../tags/tag186.xml"/><Relationship Id="rId3" Type="http://schemas.openxmlformats.org/officeDocument/2006/relationships/image" Target="../media/image1.png"/><Relationship Id="rId2" Type="http://schemas.openxmlformats.org/officeDocument/2006/relationships/tags" Target="../tags/tag185.xm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组-1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duotone>
              <a:prstClr val="black"/>
              <a:schemeClr val="accent1">
                <a:lumMod val="20000"/>
                <a:lumOff val="80000"/>
                <a:tint val="45000"/>
                <a:satMod val="400000"/>
              </a:schemeClr>
            </a:duotone>
            <a:lum bright="6000" contrast="12000"/>
          </a:blip>
          <a:stretch>
            <a:fillRect/>
          </a:stretch>
        </p:blipFill>
        <p:spPr>
          <a:xfrm flipH="1">
            <a:off x="-12700" y="635"/>
            <a:ext cx="12204700" cy="6870065"/>
          </a:xfrm>
          <a:prstGeom prst="rect">
            <a:avLst/>
          </a:prstGeom>
        </p:spPr>
      </p:pic>
      <p:sp>
        <p:nvSpPr>
          <p:cNvPr id="9" name="副标题"/>
          <p:cNvSpPr txBox="1">
            <a:spLocks noGrp="1"/>
          </p:cNvSpPr>
          <p:nvPr>
            <p:ph type="body" idx="3" hasCustomPrompt="1"/>
            <p:custDataLst>
              <p:tags r:id="rId4"/>
            </p:custDataLst>
          </p:nvPr>
        </p:nvSpPr>
        <p:spPr>
          <a:xfrm>
            <a:off x="809624" y="2974340"/>
            <a:ext cx="7553325" cy="499110"/>
          </a:xfrm>
          <a:prstGeom prst="rect">
            <a:avLst/>
          </a:prstGeom>
          <a:noFill/>
        </p:spPr>
        <p:txBody>
          <a:bodyPr wrap="square" lIns="91440" tIns="0" rIns="91440" bIns="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400" b="0" i="0" u="none" strike="noStrike" kern="1200" cap="none" spc="0" normalizeH="0" baseline="0" noProof="1" dirty="0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lin ang="5400000" scaled="0"/>
                </a:gra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lnSpc>
                <a:spcPct val="100000"/>
              </a:lnSpc>
              <a:buClrTx/>
              <a:buSzTx/>
              <a:buFontTx/>
            </a:pPr>
            <a:r>
              <a:rPr dirty="0">
                <a:sym typeface="+mn-ea"/>
              </a:rPr>
              <a:t>单击编辑副标题</a:t>
            </a:r>
            <a:endParaRPr dirty="0">
              <a:sym typeface="+mn-ea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5"/>
            </p:custDataLst>
          </p:nvPr>
        </p:nvSpPr>
        <p:spPr>
          <a:xfrm>
            <a:off x="810260" y="2022475"/>
            <a:ext cx="7553325" cy="997585"/>
          </a:xfrm>
          <a:prstGeom prst="rect">
            <a:avLst/>
          </a:prstGeom>
          <a:noFill/>
        </p:spPr>
        <p:txBody>
          <a:bodyPr wrap="square" lIns="91440" tIns="0" rIns="91440" bIns="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90000"/>
              </a:lnSpc>
              <a:buClrTx/>
              <a:buSzTx/>
              <a:buFontTx/>
              <a:buNone/>
              <a:defRPr kumimoji="0" lang="zh-CN" altLang="en-US" sz="6600" b="0" i="0" u="none" strike="noStrike" kern="1200" cap="none" spc="0" normalizeH="0" baseline="0" noProof="1" dirty="0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lin ang="5400000" scaled="0"/>
                </a:gra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lnSpc>
                <a:spcPct val="90000"/>
              </a:lnSpc>
              <a:buClrTx/>
              <a:buSzTx/>
              <a:buFontTx/>
            </a:pPr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署名"/>
          <p:cNvSpPr txBox="1"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901065" y="3779520"/>
            <a:ext cx="1831340" cy="49085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/>
              </a:gs>
              <a:gs pos="70000">
                <a:schemeClr val="accent1"/>
              </a:gs>
            </a:gsLst>
            <a:lin ang="5400000" scaled="0"/>
          </a:gradFill>
        </p:spPr>
        <p:txBody>
          <a:bodyPr wrap="square" lIns="91440" tIns="0" rIns="91440" bIns="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400" b="0" i="0" u="none" strike="noStrike" kern="1200" cap="none" spc="0" normalizeH="0" baseline="0" noProof="1" dirty="0">
                <a:solidFill>
                  <a:srgbClr val="FFFFFF"/>
                </a:soli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zh-CN" altLang="en-US" dirty="0">
                <a:sym typeface="+mn-ea"/>
              </a:rPr>
              <a:t>署名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文"/>
          <p:cNvSpPr txBox="1"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1239981"/>
            <a:ext cx="10800000" cy="5009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sym typeface="+mn-ea"/>
              </a:defRPr>
            </a:lvl1pPr>
            <a:lvl2pPr>
              <a:defRPr lang="zh-CN" altLang="en-US" dirty="0">
                <a:sym typeface="+mn-ea"/>
              </a:defRPr>
            </a:lvl2pPr>
            <a:lvl3pPr>
              <a:defRPr lang="zh-CN" altLang="en-US" dirty="0">
                <a:sym typeface="+mn-ea"/>
              </a:defRPr>
            </a:lvl3pPr>
            <a:lvl4pPr>
              <a:defRPr lang="zh-CN" altLang="en-US" dirty="0">
                <a:sym typeface="+mn-ea"/>
              </a:defRPr>
            </a:lvl4pPr>
            <a:lvl5pPr>
              <a:defRPr lang="zh-CN" altLang="en-US" dirty="0">
                <a:sym typeface="+mn-ea"/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单击此处编辑母版文本样式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第二级</a:t>
            </a:r>
            <a:endParaRPr lang="zh-CN" altLang="en-US" dirty="0">
              <a:sym typeface="+mn-ea"/>
            </a:endParaRPr>
          </a:p>
          <a:p>
            <a:pPr lvl="2"/>
            <a:r>
              <a:rPr lang="zh-CN" altLang="en-US" dirty="0">
                <a:sym typeface="+mn-ea"/>
              </a:rPr>
              <a:t>第三级</a:t>
            </a:r>
            <a:endParaRPr lang="zh-CN" altLang="en-US" dirty="0">
              <a:sym typeface="+mn-ea"/>
            </a:endParaRPr>
          </a:p>
          <a:p>
            <a:pPr lvl="3"/>
            <a:r>
              <a:rPr lang="zh-CN" altLang="en-US" dirty="0">
                <a:sym typeface="+mn-ea"/>
              </a:rPr>
              <a:t>第四级</a:t>
            </a:r>
            <a:endParaRPr lang="zh-CN" altLang="en-US" dirty="0">
              <a:sym typeface="+mn-ea"/>
            </a:endParaRPr>
          </a:p>
          <a:p>
            <a:pPr lvl="4"/>
            <a:r>
              <a:rPr lang="zh-CN" altLang="en-US" dirty="0">
                <a:sym typeface="+mn-ea"/>
              </a:rPr>
              <a:t>第五级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图片 46" descr="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duotone>
              <a:prstClr val="black"/>
              <a:schemeClr val="accent1">
                <a:lumMod val="20000"/>
                <a:lumOff val="80000"/>
                <a:tint val="45000"/>
                <a:satMod val="400000"/>
              </a:schemeClr>
            </a:duotone>
            <a:lum bright="6000" contrast="12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标题"/>
          <p:cNvSpPr txBox="1">
            <a:spLocks noGrp="1"/>
          </p:cNvSpPr>
          <p:nvPr>
            <p:ph type="title" idx="2" hasCustomPrompt="1"/>
            <p:custDataLst>
              <p:tags r:id="rId4"/>
            </p:custDataLst>
          </p:nvPr>
        </p:nvSpPr>
        <p:spPr>
          <a:xfrm>
            <a:off x="817245" y="345364"/>
            <a:ext cx="1860550" cy="94043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1200"/>
              </a:spcAft>
              <a:buClrTx/>
              <a:buSzTx/>
              <a:buFontTx/>
              <a:buNone/>
              <a:defRPr kumimoji="0" lang="zh-CN" altLang="en-US" sz="6000" b="0" i="0" u="none" strike="noStrike" kern="1200" cap="none" spc="0" normalizeH="0" baseline="0" noProof="1" dirty="0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lin ang="5400000" scaled="0"/>
                </a:gradFill>
                <a:effectLst/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indent="0" algn="l" fontAlgn="auto">
              <a:lnSpc>
                <a:spcPct val="100000"/>
              </a:lnSpc>
              <a:spcAft>
                <a:spcPts val="1200"/>
              </a:spcAft>
              <a:buClrTx/>
              <a:buSzTx/>
              <a:buFontTx/>
            </a:pPr>
            <a:r>
              <a:rPr>
                <a:sym typeface="+mn-ea"/>
              </a:rPr>
              <a:t>标题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xiezuo20230421-20485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duotone>
              <a:prstClr val="black"/>
              <a:schemeClr val="accent1">
                <a:lumMod val="20000"/>
                <a:lumOff val="80000"/>
                <a:tint val="45000"/>
                <a:satMod val="400000"/>
              </a:schemeClr>
            </a:duotone>
            <a:lum bright="6000" contrast="12000"/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节编号"/>
          <p:cNvSpPr txBox="1">
            <a:spLocks noGrp="1"/>
          </p:cNvSpPr>
          <p:nvPr>
            <p:ph type="body" idx="2" hasCustomPrompt="1"/>
            <p:custDataLst>
              <p:tags r:id="rId4"/>
            </p:custDataLst>
          </p:nvPr>
        </p:nvSpPr>
        <p:spPr>
          <a:xfrm>
            <a:off x="860425" y="1739900"/>
            <a:ext cx="4920615" cy="168529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lvl="0" algn="l" defTabSz="914400" rtl="0" eaLnBrk="1" fontAlgn="ctr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11500" b="0" i="0" u="none" strike="noStrike" kern="1200" cap="none" spc="0" normalizeH="0" baseline="0" noProof="1" dirty="0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lin ang="5400000" scaled="0"/>
                  <a:tileRect t="-100000" r="-100000"/>
                </a:gra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 fontAlgn="ctr">
              <a:lnSpc>
                <a:spcPct val="100000"/>
              </a:lnSpc>
              <a:buClrTx/>
              <a:buSzTx/>
              <a:buFontTx/>
            </a:pPr>
            <a:r>
              <a:rPr>
                <a:sym typeface="+mn-ea"/>
              </a:rPr>
              <a:t>编号</a:t>
            </a:r>
            <a:endParaRPr>
              <a:sym typeface="+mn-ea"/>
            </a:endParaRPr>
          </a:p>
        </p:txBody>
      </p:sp>
      <p:sp>
        <p:nvSpPr>
          <p:cNvPr id="7" name="副标题"/>
          <p:cNvSpPr txBox="1">
            <a:spLocks noGrp="1"/>
          </p:cNvSpPr>
          <p:nvPr>
            <p:ph type="title" idx="1" hasCustomPrompt="1"/>
            <p:custDataLst>
              <p:tags r:id="rId5"/>
            </p:custDataLst>
          </p:nvPr>
        </p:nvSpPr>
        <p:spPr>
          <a:xfrm>
            <a:off x="860425" y="3432175"/>
            <a:ext cx="4919980" cy="1707515"/>
          </a:xfrm>
          <a:prstGeom prst="rect">
            <a:avLst/>
          </a:prstGeom>
          <a:noFill/>
        </p:spPr>
        <p:txBody>
          <a:bodyPr wrap="square" lIns="91440" tIns="45720" rIns="91440" bIns="45720" rtlCol="0" anchor="t" anchorCtr="0">
            <a:normAutofit/>
          </a:bodyPr>
          <a:lstStyle>
            <a:lvl1pPr marL="0" marR="0" lvl="0" algn="l" defTabSz="914400" rtl="0" eaLnBrk="1" fontAlgn="ctr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4000" b="0" i="0" u="none" strike="noStrike" kern="1200" cap="none" spc="0" normalizeH="0" baseline="0" noProof="1" dirty="0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lin ang="5400000" scaled="0"/>
                </a:gra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 fontAlgn="ctr">
              <a:buClrTx/>
              <a:buSzTx/>
              <a:buFontTx/>
            </a:pPr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两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文"/>
          <p:cNvSpPr txBox="1">
            <a:spLocks noGrp="1"/>
          </p:cNvSpPr>
          <p:nvPr>
            <p:ph idx="2"/>
            <p:custDataLst>
              <p:tags r:id="rId2"/>
            </p:custDataLst>
          </p:nvPr>
        </p:nvSpPr>
        <p:spPr>
          <a:xfrm>
            <a:off x="6400800" y="1267690"/>
            <a:ext cx="5095240" cy="4981979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8" name="正文"/>
          <p:cNvSpPr txBox="1"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95960" y="1267690"/>
            <a:ext cx="5088890" cy="4981979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标题和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"/>
          <p:cNvSpPr txBox="1">
            <a:spLocks noGrp="1"/>
          </p:cNvSpPr>
          <p:nvPr>
            <p:ph type="title" idx="5"/>
            <p:custDataLst>
              <p:tags r:id="rId2"/>
            </p:custDataLst>
          </p:nvPr>
        </p:nvSpPr>
        <p:spPr>
          <a:xfrm>
            <a:off x="694800" y="360000"/>
            <a:ext cx="10800000" cy="720000"/>
          </a:xfrm>
          <a:prstGeom prst="rect">
            <a:avLst/>
          </a:prstGeom>
          <a:noFill/>
        </p:spPr>
        <p:txBody>
          <a:bodyPr wrap="square" lIns="107950" t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800" b="0" i="0" u="none" strike="noStrike" kern="1200" cap="none" spc="0" normalizeH="0" baseline="0" noProof="1" dirty="0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lin ang="5400000" scaled="0"/>
                </a:gra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13" name="正文"/>
          <p:cNvSpPr txBox="1">
            <a:spLocks noGrp="1"/>
          </p:cNvSpPr>
          <p:nvPr>
            <p:ph idx="4"/>
            <p:custDataLst>
              <p:tags r:id="rId3"/>
            </p:custDataLst>
          </p:nvPr>
        </p:nvSpPr>
        <p:spPr>
          <a:xfrm>
            <a:off x="6235065" y="1875183"/>
            <a:ext cx="5259735" cy="4374488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MiSans Normal" panose="00000500000000000000" charset="-122"/>
                <a:ea typeface="MiSans Normal" panose="00000500000000000000" charset="-122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MiSans Normal" panose="00000500000000000000" charset="-122"/>
                <a:ea typeface="MiSans Normal" panose="00000500000000000000" charset="-122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MiSans Normal" panose="00000500000000000000" charset="-122"/>
                <a:ea typeface="MiSans Normal" panose="00000500000000000000" charset="-122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MiSans Normal" panose="00000500000000000000" charset="-122"/>
                <a:ea typeface="MiSans Normal" panose="00000500000000000000" charset="-122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12" name="标题"/>
          <p:cNvSpPr txBox="1">
            <a:spLocks noGrp="1"/>
          </p:cNvSpPr>
          <p:nvPr>
            <p:ph type="title" idx="3"/>
            <p:custDataLst>
              <p:tags r:id="rId4"/>
            </p:custDataLst>
          </p:nvPr>
        </p:nvSpPr>
        <p:spPr>
          <a:xfrm>
            <a:off x="6235065" y="1144730"/>
            <a:ext cx="5262135" cy="592455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panose="00000500000000000000" charset="-122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11" name="正文"/>
          <p:cNvSpPr txBox="1">
            <a:spLocks noGrp="1"/>
          </p:cNvSpPr>
          <p:nvPr>
            <p:ph idx="2"/>
            <p:custDataLst>
              <p:tags r:id="rId5"/>
            </p:custDataLst>
          </p:nvPr>
        </p:nvSpPr>
        <p:spPr>
          <a:xfrm>
            <a:off x="697200" y="1875183"/>
            <a:ext cx="5253385" cy="4374488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10" name="标题"/>
          <p:cNvSpPr txBox="1">
            <a:spLocks noGrp="1"/>
          </p:cNvSpPr>
          <p:nvPr>
            <p:ph type="title" idx="1"/>
            <p:custDataLst>
              <p:tags r:id="rId6"/>
            </p:custDataLst>
          </p:nvPr>
        </p:nvSpPr>
        <p:spPr>
          <a:xfrm>
            <a:off x="694800" y="1144730"/>
            <a:ext cx="5255785" cy="592455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panose="00000500000000000000" charset="-122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文"/>
          <p:cNvSpPr txBox="1"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rgbClr val="000000"/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rgbClr val="000000"/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600" b="0" i="0" u="none" strike="noStrike" cap="none" spc="150" normalizeH="0" baseline="0">
                <a:solidFill>
                  <a:srgbClr val="000000"/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rgbClr val="000000"/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400" b="0" i="0" u="none" strike="noStrike" cap="none" spc="150" normalizeH="0" baseline="0">
                <a:solidFill>
                  <a:srgbClr val="000000"/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duotone>
              <a:prstClr val="black"/>
              <a:schemeClr val="accent1">
                <a:lumMod val="20000"/>
                <a:lumOff val="80000"/>
                <a:tint val="45000"/>
                <a:satMod val="400000"/>
              </a:schemeClr>
            </a:duotone>
            <a:lum bright="6000" contrast="12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4"/>
            </p:custDataLst>
          </p:nvPr>
        </p:nvSpPr>
        <p:spPr>
          <a:xfrm>
            <a:off x="695960" y="1301750"/>
            <a:ext cx="10799088" cy="405553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0" i="0" u="none" strike="noStrike" kern="1200" cap="none" spc="300" normalizeH="0" baseline="0" noProof="1" dirty="0">
                <a:solidFill>
                  <a:srgbClr val="000000"/>
                </a:solidFill>
                <a:latin typeface="+mj-ea"/>
                <a:ea typeface="+mj-ea"/>
                <a:cs typeface="MiSans Normal" panose="00000500000000000000" charset="-122"/>
              </a:defRPr>
            </a:lvl1pPr>
          </a:lstStyle>
          <a:p>
            <a:pPr lvl="0" algn="l"/>
            <a:r>
              <a:rPr dirty="0">
                <a:sym typeface="+mn-ea"/>
              </a:rPr>
              <a:t>单击此处编辑母版副标题样式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末尾幻灯片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组-1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duotone>
              <a:prstClr val="black"/>
              <a:schemeClr val="accent1">
                <a:lumMod val="20000"/>
                <a:lumOff val="80000"/>
                <a:tint val="45000"/>
                <a:satMod val="400000"/>
              </a:schemeClr>
            </a:duotone>
            <a:lum bright="6000" contrast="12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副标题"/>
          <p:cNvSpPr txBox="1">
            <a:spLocks noGrp="1"/>
          </p:cNvSpPr>
          <p:nvPr>
            <p:ph type="title" idx="2" hasCustomPrompt="1"/>
            <p:custDataLst>
              <p:tags r:id="rId4"/>
            </p:custDataLst>
          </p:nvPr>
        </p:nvSpPr>
        <p:spPr>
          <a:xfrm>
            <a:off x="4982845" y="2521585"/>
            <a:ext cx="6259830" cy="89281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algn="r" defTabSz="914400" rtl="0" eaLnBrk="1" fontAlgn="auto" latinLnBrk="0" hangingPunct="1">
              <a:lnSpc>
                <a:spcPct val="110000"/>
              </a:lnSpc>
              <a:buClrTx/>
              <a:buSzTx/>
              <a:buFontTx/>
              <a:buNone/>
              <a:defRPr kumimoji="0" lang="en-US" altLang="zh-CN" sz="6665" b="0" i="0" u="none" strike="noStrike" kern="1200" cap="none" spc="0" normalizeH="0" baseline="0" noProof="1" dirty="0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lin ang="5400000" scaled="0"/>
                </a:gra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r">
              <a:lnSpc>
                <a:spcPct val="110000"/>
              </a:lnSpc>
              <a:buClrTx/>
              <a:buSzTx/>
              <a:buFontTx/>
            </a:pPr>
            <a:r>
              <a:rPr>
                <a:sym typeface="+mn-ea"/>
              </a:rPr>
              <a:t>单击编辑标题</a:t>
            </a:r>
            <a:endParaRPr>
              <a:sym typeface="+mn-ea"/>
            </a:endParaRPr>
          </a:p>
        </p:txBody>
      </p:sp>
      <p:sp>
        <p:nvSpPr>
          <p:cNvPr id="7" name="署名"/>
          <p:cNvSpPr txBox="1">
            <a:spLocks noGrp="1"/>
          </p:cNvSpPr>
          <p:nvPr>
            <p:ph type="body" idx="1" hasCustomPrompt="1"/>
            <p:custDataLst>
              <p:tags r:id="rId5"/>
            </p:custDataLst>
          </p:nvPr>
        </p:nvSpPr>
        <p:spPr>
          <a:xfrm>
            <a:off x="9411335" y="3743960"/>
            <a:ext cx="1831340" cy="49085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/>
              </a:gs>
              <a:gs pos="70000">
                <a:schemeClr val="accent1"/>
              </a:gs>
            </a:gsLst>
            <a:lin ang="5400000" scaled="0"/>
          </a:gradFill>
        </p:spPr>
        <p:txBody>
          <a:bodyPr wrap="square" lIns="91440" tIns="0" rIns="91440" bIns="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400" b="1" i="0" u="none" strike="noStrike" kern="1200" cap="none" spc="0" normalizeH="0" baseline="0" noProof="1" dirty="0">
                <a:solidFill>
                  <a:srgbClr val="FFFFFF"/>
                </a:soli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zh-CN" altLang="en-US" dirty="0">
                <a:sym typeface="+mn-ea"/>
              </a:rPr>
              <a:t>署名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组-1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duotone>
              <a:prstClr val="black"/>
              <a:schemeClr val="accent1">
                <a:lumMod val="20000"/>
                <a:lumOff val="80000"/>
                <a:tint val="45000"/>
                <a:satMod val="400000"/>
              </a:schemeClr>
            </a:duotone>
            <a:lum bright="6000" contrast="12000"/>
          </a:blip>
          <a:stretch>
            <a:fillRect/>
          </a:stretch>
        </p:blipFill>
        <p:spPr>
          <a:xfrm flipH="1">
            <a:off x="-12700" y="635"/>
            <a:ext cx="12204700" cy="6870065"/>
          </a:xfrm>
          <a:prstGeom prst="rect">
            <a:avLst/>
          </a:prstGeom>
        </p:spPr>
      </p:pic>
      <p:sp>
        <p:nvSpPr>
          <p:cNvPr id="9" name="副标题"/>
          <p:cNvSpPr txBox="1">
            <a:spLocks noGrp="1"/>
          </p:cNvSpPr>
          <p:nvPr>
            <p:ph type="body" idx="3" hasCustomPrompt="1"/>
            <p:custDataLst>
              <p:tags r:id="rId4"/>
            </p:custDataLst>
          </p:nvPr>
        </p:nvSpPr>
        <p:spPr>
          <a:xfrm>
            <a:off x="809624" y="2974340"/>
            <a:ext cx="7553325" cy="499110"/>
          </a:xfrm>
          <a:prstGeom prst="rect">
            <a:avLst/>
          </a:prstGeom>
          <a:noFill/>
        </p:spPr>
        <p:txBody>
          <a:bodyPr wrap="square" lIns="91440" tIns="0" rIns="91440" bIns="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400" b="0" i="0" u="none" strike="noStrike" kern="1200" cap="none" spc="0" normalizeH="0" baseline="0" noProof="1" dirty="0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lin ang="5400000" scaled="0"/>
                </a:gra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lnSpc>
                <a:spcPct val="100000"/>
              </a:lnSpc>
              <a:buClrTx/>
              <a:buSzTx/>
              <a:buFontTx/>
            </a:pPr>
            <a:r>
              <a:rPr dirty="0">
                <a:sym typeface="+mn-ea"/>
              </a:rPr>
              <a:t>单击编辑副标题</a:t>
            </a:r>
            <a:endParaRPr dirty="0">
              <a:sym typeface="+mn-ea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5"/>
            </p:custDataLst>
          </p:nvPr>
        </p:nvSpPr>
        <p:spPr>
          <a:xfrm>
            <a:off x="810260" y="2022475"/>
            <a:ext cx="7553325" cy="997585"/>
          </a:xfrm>
          <a:prstGeom prst="rect">
            <a:avLst/>
          </a:prstGeom>
          <a:noFill/>
        </p:spPr>
        <p:txBody>
          <a:bodyPr wrap="square" lIns="91440" tIns="0" rIns="91440" bIns="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90000"/>
              </a:lnSpc>
              <a:buClrTx/>
              <a:buSzTx/>
              <a:buFontTx/>
              <a:buNone/>
              <a:defRPr kumimoji="0" lang="zh-CN" altLang="en-US" sz="6600" b="0" i="0" u="none" strike="noStrike" kern="1200" cap="none" spc="0" normalizeH="0" baseline="0" noProof="1" dirty="0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lin ang="5400000" scaled="0"/>
                </a:gra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lnSpc>
                <a:spcPct val="90000"/>
              </a:lnSpc>
              <a:buClrTx/>
              <a:buSzTx/>
              <a:buFontTx/>
            </a:pPr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署名"/>
          <p:cNvSpPr txBox="1"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901065" y="3779520"/>
            <a:ext cx="1831340" cy="49085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/>
              </a:gs>
              <a:gs pos="70000">
                <a:schemeClr val="accent1"/>
              </a:gs>
            </a:gsLst>
            <a:lin ang="5400000" scaled="0"/>
          </a:gradFill>
        </p:spPr>
        <p:txBody>
          <a:bodyPr wrap="square" lIns="91440" tIns="0" rIns="91440" bIns="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400" b="0" i="0" u="none" strike="noStrike" kern="1200" cap="none" spc="0" normalizeH="0" baseline="0" noProof="1" dirty="0">
                <a:solidFill>
                  <a:srgbClr val="FFFFFF"/>
                </a:soli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zh-CN" altLang="en-US" dirty="0">
                <a:sym typeface="+mn-ea"/>
              </a:rPr>
              <a:t>署名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文"/>
          <p:cNvSpPr txBox="1"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1239981"/>
            <a:ext cx="10800000" cy="5009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sym typeface="+mn-ea"/>
              </a:defRPr>
            </a:lvl1pPr>
            <a:lvl2pPr>
              <a:defRPr lang="zh-CN" altLang="en-US" dirty="0">
                <a:sym typeface="+mn-ea"/>
              </a:defRPr>
            </a:lvl2pPr>
            <a:lvl3pPr>
              <a:defRPr lang="zh-CN" altLang="en-US" dirty="0">
                <a:sym typeface="+mn-ea"/>
              </a:defRPr>
            </a:lvl3pPr>
            <a:lvl4pPr>
              <a:defRPr lang="zh-CN" altLang="en-US" dirty="0">
                <a:sym typeface="+mn-ea"/>
              </a:defRPr>
            </a:lvl4pPr>
            <a:lvl5pPr>
              <a:defRPr lang="zh-CN" altLang="en-US" dirty="0">
                <a:sym typeface="+mn-ea"/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单击此处编辑母版文本样式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第二级</a:t>
            </a:r>
            <a:endParaRPr lang="zh-CN" altLang="en-US" dirty="0">
              <a:sym typeface="+mn-ea"/>
            </a:endParaRPr>
          </a:p>
          <a:p>
            <a:pPr lvl="2"/>
            <a:r>
              <a:rPr lang="zh-CN" altLang="en-US" dirty="0">
                <a:sym typeface="+mn-ea"/>
              </a:rPr>
              <a:t>第三级</a:t>
            </a:r>
            <a:endParaRPr lang="zh-CN" altLang="en-US" dirty="0">
              <a:sym typeface="+mn-ea"/>
            </a:endParaRPr>
          </a:p>
          <a:p>
            <a:pPr lvl="3"/>
            <a:r>
              <a:rPr lang="zh-CN" altLang="en-US" dirty="0">
                <a:sym typeface="+mn-ea"/>
              </a:rPr>
              <a:t>第四级</a:t>
            </a:r>
            <a:endParaRPr lang="zh-CN" altLang="en-US" dirty="0">
              <a:sym typeface="+mn-ea"/>
            </a:endParaRPr>
          </a:p>
          <a:p>
            <a:pPr lvl="4"/>
            <a:r>
              <a:rPr lang="zh-CN" altLang="en-US" dirty="0">
                <a:sym typeface="+mn-ea"/>
              </a:rPr>
              <a:t>第五级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图片 46" descr="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duotone>
              <a:prstClr val="black"/>
              <a:schemeClr val="accent1">
                <a:lumMod val="20000"/>
                <a:lumOff val="80000"/>
                <a:tint val="45000"/>
                <a:satMod val="400000"/>
              </a:schemeClr>
            </a:duotone>
            <a:lum bright="6000" contrast="12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标题"/>
          <p:cNvSpPr txBox="1">
            <a:spLocks noGrp="1"/>
          </p:cNvSpPr>
          <p:nvPr>
            <p:ph type="title" idx="2" hasCustomPrompt="1"/>
            <p:custDataLst>
              <p:tags r:id="rId4"/>
            </p:custDataLst>
          </p:nvPr>
        </p:nvSpPr>
        <p:spPr>
          <a:xfrm>
            <a:off x="817245" y="345364"/>
            <a:ext cx="1860550" cy="94043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1200"/>
              </a:spcAft>
              <a:buClrTx/>
              <a:buSzTx/>
              <a:buFontTx/>
              <a:buNone/>
              <a:defRPr kumimoji="0" lang="zh-CN" altLang="en-US" sz="6000" b="0" i="0" u="none" strike="noStrike" kern="1200" cap="none" spc="0" normalizeH="0" baseline="0" noProof="1" dirty="0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lin ang="5400000" scaled="0"/>
                </a:gradFill>
                <a:effectLst/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indent="0" algn="l" fontAlgn="auto">
              <a:lnSpc>
                <a:spcPct val="100000"/>
              </a:lnSpc>
              <a:spcAft>
                <a:spcPts val="1200"/>
              </a:spcAft>
              <a:buClrTx/>
              <a:buSzTx/>
              <a:buFontTx/>
            </a:pPr>
            <a:r>
              <a:rPr>
                <a:sym typeface="+mn-ea"/>
              </a:rPr>
              <a:t>标题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xiezuo20230421-20485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duotone>
              <a:prstClr val="black"/>
              <a:schemeClr val="accent1">
                <a:lumMod val="20000"/>
                <a:lumOff val="80000"/>
                <a:tint val="45000"/>
                <a:satMod val="400000"/>
              </a:schemeClr>
            </a:duotone>
            <a:lum bright="6000" contrast="12000"/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节编号"/>
          <p:cNvSpPr txBox="1">
            <a:spLocks noGrp="1"/>
          </p:cNvSpPr>
          <p:nvPr>
            <p:ph type="body" idx="2" hasCustomPrompt="1"/>
            <p:custDataLst>
              <p:tags r:id="rId4"/>
            </p:custDataLst>
          </p:nvPr>
        </p:nvSpPr>
        <p:spPr>
          <a:xfrm>
            <a:off x="860425" y="1739900"/>
            <a:ext cx="4920615" cy="168529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lvl="0" algn="l" defTabSz="914400" rtl="0" eaLnBrk="1" fontAlgn="ctr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11500" b="0" i="0" u="none" strike="noStrike" kern="1200" cap="none" spc="0" normalizeH="0" baseline="0" noProof="1" dirty="0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lin ang="5400000" scaled="0"/>
                  <a:tileRect t="-100000" r="-100000"/>
                </a:gra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 fontAlgn="ctr">
              <a:lnSpc>
                <a:spcPct val="100000"/>
              </a:lnSpc>
              <a:buClrTx/>
              <a:buSzTx/>
              <a:buFontTx/>
            </a:pPr>
            <a:r>
              <a:rPr>
                <a:sym typeface="+mn-ea"/>
              </a:rPr>
              <a:t>编号</a:t>
            </a:r>
            <a:endParaRPr>
              <a:sym typeface="+mn-ea"/>
            </a:endParaRPr>
          </a:p>
        </p:txBody>
      </p:sp>
      <p:sp>
        <p:nvSpPr>
          <p:cNvPr id="7" name="副标题"/>
          <p:cNvSpPr txBox="1">
            <a:spLocks noGrp="1"/>
          </p:cNvSpPr>
          <p:nvPr>
            <p:ph type="title" idx="1" hasCustomPrompt="1"/>
            <p:custDataLst>
              <p:tags r:id="rId5"/>
            </p:custDataLst>
          </p:nvPr>
        </p:nvSpPr>
        <p:spPr>
          <a:xfrm>
            <a:off x="860425" y="3432175"/>
            <a:ext cx="4919980" cy="1707515"/>
          </a:xfrm>
          <a:prstGeom prst="rect">
            <a:avLst/>
          </a:prstGeom>
          <a:noFill/>
        </p:spPr>
        <p:txBody>
          <a:bodyPr wrap="square" lIns="91440" tIns="45720" rIns="91440" bIns="45720" rtlCol="0" anchor="t" anchorCtr="0">
            <a:normAutofit/>
          </a:bodyPr>
          <a:lstStyle>
            <a:lvl1pPr marL="0" marR="0" lvl="0" algn="l" defTabSz="914400" rtl="0" eaLnBrk="1" fontAlgn="ctr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4000" b="0" i="0" u="none" strike="noStrike" kern="1200" cap="none" spc="0" normalizeH="0" baseline="0" noProof="1" dirty="0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lin ang="5400000" scaled="0"/>
                </a:gra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 fontAlgn="ctr">
              <a:buClrTx/>
              <a:buSzTx/>
              <a:buFontTx/>
            </a:pPr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两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文"/>
          <p:cNvSpPr txBox="1">
            <a:spLocks noGrp="1"/>
          </p:cNvSpPr>
          <p:nvPr>
            <p:ph idx="2"/>
            <p:custDataLst>
              <p:tags r:id="rId2"/>
            </p:custDataLst>
          </p:nvPr>
        </p:nvSpPr>
        <p:spPr>
          <a:xfrm>
            <a:off x="6400800" y="1267690"/>
            <a:ext cx="5095240" cy="4981979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8" name="正文"/>
          <p:cNvSpPr txBox="1"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95960" y="1267690"/>
            <a:ext cx="5088890" cy="4981979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标题和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"/>
          <p:cNvSpPr txBox="1">
            <a:spLocks noGrp="1"/>
          </p:cNvSpPr>
          <p:nvPr>
            <p:ph type="title" idx="5"/>
            <p:custDataLst>
              <p:tags r:id="rId2"/>
            </p:custDataLst>
          </p:nvPr>
        </p:nvSpPr>
        <p:spPr>
          <a:xfrm>
            <a:off x="694800" y="360000"/>
            <a:ext cx="10800000" cy="720000"/>
          </a:xfrm>
          <a:prstGeom prst="rect">
            <a:avLst/>
          </a:prstGeom>
          <a:noFill/>
        </p:spPr>
        <p:txBody>
          <a:bodyPr wrap="square" lIns="107950" t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800" b="0" i="0" u="none" strike="noStrike" kern="1200" cap="none" spc="0" normalizeH="0" baseline="0" noProof="1" dirty="0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lin ang="5400000" scaled="0"/>
                </a:gra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13" name="正文"/>
          <p:cNvSpPr txBox="1">
            <a:spLocks noGrp="1"/>
          </p:cNvSpPr>
          <p:nvPr>
            <p:ph idx="4"/>
            <p:custDataLst>
              <p:tags r:id="rId3"/>
            </p:custDataLst>
          </p:nvPr>
        </p:nvSpPr>
        <p:spPr>
          <a:xfrm>
            <a:off x="6235065" y="1875183"/>
            <a:ext cx="5259735" cy="4374488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MiSans Normal" panose="00000500000000000000" charset="-122"/>
                <a:ea typeface="MiSans Normal" panose="00000500000000000000" charset="-122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MiSans Normal" panose="00000500000000000000" charset="-122"/>
                <a:ea typeface="MiSans Normal" panose="00000500000000000000" charset="-122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MiSans Normal" panose="00000500000000000000" charset="-122"/>
                <a:ea typeface="MiSans Normal" panose="00000500000000000000" charset="-122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MiSans Normal" panose="00000500000000000000" charset="-122"/>
                <a:ea typeface="MiSans Normal" panose="00000500000000000000" charset="-122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12" name="标题"/>
          <p:cNvSpPr txBox="1">
            <a:spLocks noGrp="1"/>
          </p:cNvSpPr>
          <p:nvPr>
            <p:ph type="title" idx="3"/>
            <p:custDataLst>
              <p:tags r:id="rId4"/>
            </p:custDataLst>
          </p:nvPr>
        </p:nvSpPr>
        <p:spPr>
          <a:xfrm>
            <a:off x="6235065" y="1144730"/>
            <a:ext cx="5262135" cy="592455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panose="00000500000000000000" charset="-122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11" name="正文"/>
          <p:cNvSpPr txBox="1">
            <a:spLocks noGrp="1"/>
          </p:cNvSpPr>
          <p:nvPr>
            <p:ph idx="2"/>
            <p:custDataLst>
              <p:tags r:id="rId5"/>
            </p:custDataLst>
          </p:nvPr>
        </p:nvSpPr>
        <p:spPr>
          <a:xfrm>
            <a:off x="697200" y="1875183"/>
            <a:ext cx="5253385" cy="4374488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10" name="标题"/>
          <p:cNvSpPr txBox="1">
            <a:spLocks noGrp="1"/>
          </p:cNvSpPr>
          <p:nvPr>
            <p:ph type="title" idx="1"/>
            <p:custDataLst>
              <p:tags r:id="rId6"/>
            </p:custDataLst>
          </p:nvPr>
        </p:nvSpPr>
        <p:spPr>
          <a:xfrm>
            <a:off x="694800" y="1144730"/>
            <a:ext cx="5255785" cy="592455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panose="00000500000000000000" charset="-122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文"/>
          <p:cNvSpPr txBox="1"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9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rgbClr val="000000"/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rgbClr val="000000"/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sz="1600" b="0" i="0" u="none" strike="noStrike" cap="none" spc="150" normalizeH="0" baseline="0">
                <a:solidFill>
                  <a:srgbClr val="000000"/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rgbClr val="000000"/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sz="1400" b="0" i="0" u="none" strike="noStrike" cap="none" spc="150" normalizeH="0" baseline="0">
                <a:solidFill>
                  <a:srgbClr val="000000"/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duotone>
              <a:prstClr val="black"/>
              <a:schemeClr val="accent1">
                <a:lumMod val="20000"/>
                <a:lumOff val="80000"/>
                <a:tint val="45000"/>
                <a:satMod val="400000"/>
              </a:schemeClr>
            </a:duotone>
            <a:lum bright="6000" contrast="12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4"/>
            </p:custDataLst>
          </p:nvPr>
        </p:nvSpPr>
        <p:spPr>
          <a:xfrm>
            <a:off x="695960" y="1301750"/>
            <a:ext cx="10799088" cy="405553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0" i="0" u="none" strike="noStrike" kern="1200" cap="none" spc="300" normalizeH="0" baseline="0" noProof="1" dirty="0">
                <a:solidFill>
                  <a:srgbClr val="000000"/>
                </a:solidFill>
                <a:latin typeface="+mj-ea"/>
                <a:ea typeface="+mj-ea"/>
                <a:cs typeface="MiSans Normal" panose="00000500000000000000" charset="-122"/>
              </a:defRPr>
            </a:lvl1pPr>
          </a:lstStyle>
          <a:p>
            <a:pPr lvl="0" algn="l"/>
            <a:r>
              <a:rPr dirty="0">
                <a:sym typeface="+mn-ea"/>
              </a:rPr>
              <a:t>单击此处编辑母版副标题样式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组-1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duotone>
              <a:prstClr val="black"/>
              <a:schemeClr val="accent1">
                <a:lumMod val="20000"/>
                <a:lumOff val="80000"/>
                <a:tint val="45000"/>
                <a:satMod val="400000"/>
              </a:schemeClr>
            </a:duotone>
            <a:lum bright="6000" contrast="12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副标题"/>
          <p:cNvSpPr txBox="1">
            <a:spLocks noGrp="1"/>
          </p:cNvSpPr>
          <p:nvPr>
            <p:ph type="title" idx="2" hasCustomPrompt="1"/>
            <p:custDataLst>
              <p:tags r:id="rId4"/>
            </p:custDataLst>
          </p:nvPr>
        </p:nvSpPr>
        <p:spPr>
          <a:xfrm>
            <a:off x="4982845" y="2521585"/>
            <a:ext cx="6259830" cy="89281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algn="r" defTabSz="914400" rtl="0" eaLnBrk="1" fontAlgn="auto" latinLnBrk="0" hangingPunct="1">
              <a:lnSpc>
                <a:spcPct val="110000"/>
              </a:lnSpc>
              <a:buClrTx/>
              <a:buSzTx/>
              <a:buFontTx/>
              <a:buNone/>
              <a:defRPr kumimoji="0" lang="en-US" altLang="zh-CN" sz="6665" b="0" i="0" u="none" strike="noStrike" kern="1200" cap="none" spc="0" normalizeH="0" baseline="0" noProof="1" dirty="0">
                <a:gradFill>
                  <a:gsLst>
                    <a:gs pos="0">
                      <a:schemeClr val="accent2"/>
                    </a:gs>
                    <a:gs pos="100000">
                      <a:schemeClr val="accent1"/>
                    </a:gs>
                  </a:gsLst>
                  <a:lin ang="5400000" scaled="0"/>
                </a:gra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r">
              <a:lnSpc>
                <a:spcPct val="110000"/>
              </a:lnSpc>
              <a:buClrTx/>
              <a:buSzTx/>
              <a:buFontTx/>
            </a:pPr>
            <a:r>
              <a:rPr>
                <a:sym typeface="+mn-ea"/>
              </a:rPr>
              <a:t>单击编辑标题</a:t>
            </a:r>
            <a:endParaRPr>
              <a:sym typeface="+mn-ea"/>
            </a:endParaRPr>
          </a:p>
        </p:txBody>
      </p:sp>
      <p:sp>
        <p:nvSpPr>
          <p:cNvPr id="7" name="署名"/>
          <p:cNvSpPr txBox="1">
            <a:spLocks noGrp="1"/>
          </p:cNvSpPr>
          <p:nvPr>
            <p:ph type="body" idx="1" hasCustomPrompt="1"/>
            <p:custDataLst>
              <p:tags r:id="rId5"/>
            </p:custDataLst>
          </p:nvPr>
        </p:nvSpPr>
        <p:spPr>
          <a:xfrm>
            <a:off x="9411335" y="3743960"/>
            <a:ext cx="1831340" cy="49085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/>
              </a:gs>
              <a:gs pos="70000">
                <a:schemeClr val="accent1"/>
              </a:gs>
            </a:gsLst>
            <a:lin ang="5400000" scaled="0"/>
          </a:gradFill>
        </p:spPr>
        <p:txBody>
          <a:bodyPr wrap="square" lIns="91440" tIns="0" rIns="91440" bIns="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400" b="1" i="0" u="none" strike="noStrike" kern="1200" cap="none" spc="0" normalizeH="0" baseline="0" noProof="1" dirty="0">
                <a:solidFill>
                  <a:srgbClr val="FFFFFF"/>
                </a:soli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zh-CN" altLang="en-US" dirty="0">
                <a:sym typeface="+mn-ea"/>
              </a:rPr>
              <a:t>署名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1" Type="http://schemas.openxmlformats.org/officeDocument/2006/relationships/theme" Target="../theme/theme2.xml"/><Relationship Id="rId20" Type="http://schemas.openxmlformats.org/officeDocument/2006/relationships/tags" Target="../tags/tag130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129.xml"/><Relationship Id="rId18" Type="http://schemas.openxmlformats.org/officeDocument/2006/relationships/tags" Target="../tags/tag128.xml"/><Relationship Id="rId17" Type="http://schemas.openxmlformats.org/officeDocument/2006/relationships/tags" Target="../tags/tag127.xml"/><Relationship Id="rId16" Type="http://schemas.openxmlformats.org/officeDocument/2006/relationships/tags" Target="../tags/tag126.xml"/><Relationship Id="rId15" Type="http://schemas.openxmlformats.org/officeDocument/2006/relationships/tags" Target="../tags/tag125.xml"/><Relationship Id="rId14" Type="http://schemas.openxmlformats.org/officeDocument/2006/relationships/tags" Target="../tags/tag124.xml"/><Relationship Id="rId13" Type="http://schemas.openxmlformats.org/officeDocument/2006/relationships/image" Target="../media/image4.jpeg"/><Relationship Id="rId12" Type="http://schemas.openxmlformats.org/officeDocument/2006/relationships/tags" Target="../tags/tag1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1" Type="http://schemas.openxmlformats.org/officeDocument/2006/relationships/theme" Target="../theme/theme3.xml"/><Relationship Id="rId20" Type="http://schemas.openxmlformats.org/officeDocument/2006/relationships/tags" Target="../tags/tag198.xml"/><Relationship Id="rId2" Type="http://schemas.openxmlformats.org/officeDocument/2006/relationships/slideLayout" Target="../slideLayouts/slideLayout24.xml"/><Relationship Id="rId19" Type="http://schemas.openxmlformats.org/officeDocument/2006/relationships/tags" Target="../tags/tag197.xml"/><Relationship Id="rId18" Type="http://schemas.openxmlformats.org/officeDocument/2006/relationships/tags" Target="../tags/tag196.xml"/><Relationship Id="rId17" Type="http://schemas.openxmlformats.org/officeDocument/2006/relationships/tags" Target="../tags/tag195.xml"/><Relationship Id="rId16" Type="http://schemas.openxmlformats.org/officeDocument/2006/relationships/tags" Target="../tags/tag194.xml"/><Relationship Id="rId15" Type="http://schemas.openxmlformats.org/officeDocument/2006/relationships/tags" Target="../tags/tag193.xml"/><Relationship Id="rId14" Type="http://schemas.openxmlformats.org/officeDocument/2006/relationships/tags" Target="../tags/tag192.xml"/><Relationship Id="rId13" Type="http://schemas.openxmlformats.org/officeDocument/2006/relationships/image" Target="../media/image4.jpeg"/><Relationship Id="rId12" Type="http://schemas.openxmlformats.org/officeDocument/2006/relationships/tags" Target="../tags/tag191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4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duotone>
              <a:prstClr val="black"/>
              <a:schemeClr val="accent1">
                <a:lumMod val="20000"/>
                <a:lumOff val="80000"/>
                <a:tint val="45000"/>
                <a:satMod val="400000"/>
              </a:schemeClr>
            </a:duotone>
            <a:lum bright="6000" contrast="12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日期占位符 8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>
            <a:lvl1pPr>
              <a:defRPr>
                <a:cs typeface="MiSans Normal" panose="00000500000000000000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cs typeface="MiSans Normal" panose="00000500000000000000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>
            <a:lvl1pPr>
              <a:defRPr>
                <a:cs typeface="MiSans Normal" panose="00000500000000000000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  <p:custDataLst>
              <p:tags r:id="rId17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</p:spPr>
        <p:txBody>
          <a:bodyPr vert="horz" wrap="square" lIns="107950" tIns="0" rIns="91440" bIns="0" rtlCol="0" anchor="b" anchorCtr="0">
            <a:normAutofit/>
          </a:bodyPr>
          <a:lstStyle/>
          <a:p>
            <a:pPr marL="0" marR="0" lvl="0">
              <a:buClrTx/>
              <a:buSzTx/>
              <a:buFontTx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idx="1"/>
            <p:custDataLst>
              <p:tags r:id="rId18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KSO_TEMPLATE" hidden="1"/>
          <p:cNvSpPr/>
          <p:nvPr userDrawn="1"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0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zh-CN" altLang="en-US" sz="3200" b="0" i="0" u="none" strike="noStrike" kern="1200" cap="none" spc="0" normalizeH="0" baseline="0" dirty="0" smtClean="0"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 scaled="0"/>
          </a:gradFill>
          <a:uFillTx/>
          <a:latin typeface="+mj-ea"/>
          <a:ea typeface="+mj-ea"/>
          <a:cs typeface="MiSans Normal" panose="00000500000000000000" charset="-122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kumimoji="0" lang="zh-CN" altLang="en-US" sz="1800" b="0" i="0" u="none" strike="noStrike" kern="1200" cap="none" spc="150" normalizeH="0" baseline="0">
          <a:ln>
            <a:noFill/>
            <a:prstDash val="sysDot"/>
          </a:ln>
          <a:solidFill>
            <a:srgbClr val="000000"/>
          </a:solidFill>
          <a:uFillTx/>
          <a:latin typeface="微软雅黑" charset="-122"/>
          <a:ea typeface="微软雅黑" charset="-122"/>
          <a:cs typeface="MiSans Normal" panose="00000500000000000000" charset="-122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</a:tabLst>
        <a:defRPr kumimoji="0" lang="zh-CN" altLang="en-US" sz="1600" b="0" i="0" u="none" strike="noStrike" kern="1200" cap="none" spc="150" normalizeH="0" baseline="0">
          <a:solidFill>
            <a:srgbClr val="000000"/>
          </a:solidFill>
          <a:uFillTx/>
          <a:latin typeface="微软雅黑" charset="-122"/>
          <a:ea typeface="微软雅黑" charset="-122"/>
          <a:cs typeface="MiSans Normal" panose="00000500000000000000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kumimoji="0" lang="zh-CN" altLang="en-US" sz="1600" b="0" i="0" u="none" strike="noStrike" kern="1200" cap="none" spc="150" normalizeH="0" baseline="0">
          <a:solidFill>
            <a:srgbClr val="000000"/>
          </a:solidFill>
          <a:uFillTx/>
          <a:latin typeface="微软雅黑" charset="-122"/>
          <a:ea typeface="微软雅黑" charset="-122"/>
          <a:cs typeface="MiSans Normal" panose="00000500000000000000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kumimoji="0" lang="zh-CN" altLang="en-US" sz="1600" b="0" i="0" u="none" strike="noStrike" kern="1200" cap="none" spc="150" normalizeH="0" baseline="0">
          <a:solidFill>
            <a:srgbClr val="000000"/>
          </a:solidFill>
          <a:uFillTx/>
          <a:latin typeface="微软雅黑" charset="-122"/>
          <a:ea typeface="微软雅黑" charset="-122"/>
          <a:cs typeface="MiSans Normal" panose="00000500000000000000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kumimoji="0" lang="zh-CN" altLang="en-US" sz="1600" b="0" i="0" u="none" strike="noStrike" kern="1200" cap="none" spc="150" normalizeH="0" baseline="0">
          <a:solidFill>
            <a:srgbClr val="000000"/>
          </a:solidFill>
          <a:uFillTx/>
          <a:latin typeface="微软雅黑" charset="-122"/>
          <a:ea typeface="微软雅黑" charset="-122"/>
          <a:cs typeface="MiSans Normal" panose="000005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4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duotone>
              <a:prstClr val="black"/>
              <a:schemeClr val="accent1">
                <a:lumMod val="20000"/>
                <a:lumOff val="80000"/>
                <a:tint val="45000"/>
                <a:satMod val="400000"/>
              </a:schemeClr>
            </a:duotone>
            <a:lum bright="6000" contrast="12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日期占位符 8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>
            <a:lvl1pPr>
              <a:defRPr>
                <a:cs typeface="MiSans Normal" panose="00000500000000000000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cs typeface="MiSans Normal" panose="00000500000000000000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>
            <a:lvl1pPr>
              <a:defRPr>
                <a:cs typeface="MiSans Normal" panose="00000500000000000000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  <p:custDataLst>
              <p:tags r:id="rId17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</p:spPr>
        <p:txBody>
          <a:bodyPr vert="horz" wrap="square" lIns="107950" tIns="0" rIns="91440" bIns="0" rtlCol="0" anchor="b" anchorCtr="0">
            <a:normAutofit/>
          </a:bodyPr>
          <a:lstStyle/>
          <a:p>
            <a:pPr marL="0" marR="0" lvl="0">
              <a:buClrTx/>
              <a:buSzTx/>
              <a:buFontTx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idx="1"/>
            <p:custDataLst>
              <p:tags r:id="rId18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KSO_TEMPLATE" hidden="1"/>
          <p:cNvSpPr/>
          <p:nvPr userDrawn="1"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0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zh-CN" altLang="en-US" sz="3200" b="0" i="0" u="none" strike="noStrike" kern="1200" cap="none" spc="0" normalizeH="0" baseline="0" dirty="0" smtClean="0">
          <a:gradFill>
            <a:gsLst>
              <a:gs pos="0">
                <a:schemeClr val="accent2"/>
              </a:gs>
              <a:gs pos="100000">
                <a:schemeClr val="accent1"/>
              </a:gs>
            </a:gsLst>
            <a:lin ang="5400000" scaled="0"/>
          </a:gradFill>
          <a:uFillTx/>
          <a:latin typeface="+mj-ea"/>
          <a:ea typeface="+mj-ea"/>
          <a:cs typeface="MiSans Normal" panose="00000500000000000000" charset="-122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kumimoji="0" lang="zh-CN" altLang="en-US" sz="1800" b="0" i="0" u="none" strike="noStrike" kern="1200" cap="none" spc="150" normalizeH="0" baseline="0">
          <a:ln>
            <a:noFill/>
            <a:prstDash val="sysDot"/>
          </a:ln>
          <a:solidFill>
            <a:srgbClr val="000000"/>
          </a:solidFill>
          <a:uFillTx/>
          <a:latin typeface="微软雅黑" charset="-122"/>
          <a:ea typeface="微软雅黑" charset="-122"/>
          <a:cs typeface="MiSans Normal" panose="00000500000000000000" charset="-122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</a:tabLst>
        <a:defRPr kumimoji="0" lang="zh-CN" altLang="en-US" sz="1600" b="0" i="0" u="none" strike="noStrike" kern="1200" cap="none" spc="150" normalizeH="0" baseline="0">
          <a:solidFill>
            <a:srgbClr val="000000"/>
          </a:solidFill>
          <a:uFillTx/>
          <a:latin typeface="微软雅黑" charset="-122"/>
          <a:ea typeface="微软雅黑" charset="-122"/>
          <a:cs typeface="MiSans Normal" panose="00000500000000000000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kumimoji="0" lang="zh-CN" altLang="en-US" sz="1600" b="0" i="0" u="none" strike="noStrike" kern="1200" cap="none" spc="150" normalizeH="0" baseline="0">
          <a:solidFill>
            <a:srgbClr val="000000"/>
          </a:solidFill>
          <a:uFillTx/>
          <a:latin typeface="微软雅黑" charset="-122"/>
          <a:ea typeface="微软雅黑" charset="-122"/>
          <a:cs typeface="MiSans Normal" panose="00000500000000000000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kumimoji="0" lang="zh-CN" altLang="en-US" sz="1600" b="0" i="0" u="none" strike="noStrike" kern="1200" cap="none" spc="150" normalizeH="0" baseline="0">
          <a:solidFill>
            <a:srgbClr val="000000"/>
          </a:solidFill>
          <a:uFillTx/>
          <a:latin typeface="微软雅黑" charset="-122"/>
          <a:ea typeface="微软雅黑" charset="-122"/>
          <a:cs typeface="MiSans Normal" panose="00000500000000000000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kumimoji="0" lang="zh-CN" altLang="en-US" sz="1600" b="0" i="0" u="none" strike="noStrike" kern="1200" cap="none" spc="150" normalizeH="0" baseline="0">
          <a:solidFill>
            <a:srgbClr val="000000"/>
          </a:solidFill>
          <a:uFillTx/>
          <a:latin typeface="微软雅黑" charset="-122"/>
          <a:ea typeface="微软雅黑" charset="-122"/>
          <a:cs typeface="MiSans Normal" panose="000005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tags" Target="../tags/tag202.xml"/><Relationship Id="rId3" Type="http://schemas.openxmlformats.org/officeDocument/2006/relationships/tags" Target="../tags/tag201.xml"/><Relationship Id="rId2" Type="http://schemas.openxmlformats.org/officeDocument/2006/relationships/tags" Target="../tags/tag200.xml"/><Relationship Id="rId1" Type="http://schemas.openxmlformats.org/officeDocument/2006/relationships/tags" Target="../tags/tag199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11.xml"/><Relationship Id="rId8" Type="http://schemas.openxmlformats.org/officeDocument/2006/relationships/tags" Target="../tags/tag210.xml"/><Relationship Id="rId7" Type="http://schemas.openxmlformats.org/officeDocument/2006/relationships/tags" Target="../tags/tag209.xml"/><Relationship Id="rId6" Type="http://schemas.openxmlformats.org/officeDocument/2006/relationships/tags" Target="../tags/tag208.xml"/><Relationship Id="rId5" Type="http://schemas.openxmlformats.org/officeDocument/2006/relationships/tags" Target="../tags/tag207.xml"/><Relationship Id="rId4" Type="http://schemas.openxmlformats.org/officeDocument/2006/relationships/tags" Target="../tags/tag206.xml"/><Relationship Id="rId3" Type="http://schemas.openxmlformats.org/officeDocument/2006/relationships/tags" Target="../tags/tag205.xml"/><Relationship Id="rId2" Type="http://schemas.openxmlformats.org/officeDocument/2006/relationships/tags" Target="../tags/tag204.xml"/><Relationship Id="rId19" Type="http://schemas.openxmlformats.org/officeDocument/2006/relationships/slideLayout" Target="../slideLayouts/slideLayout14.xml"/><Relationship Id="rId18" Type="http://schemas.openxmlformats.org/officeDocument/2006/relationships/tags" Target="../tags/tag220.xml"/><Relationship Id="rId17" Type="http://schemas.openxmlformats.org/officeDocument/2006/relationships/tags" Target="../tags/tag219.xml"/><Relationship Id="rId16" Type="http://schemas.openxmlformats.org/officeDocument/2006/relationships/tags" Target="../tags/tag218.xml"/><Relationship Id="rId15" Type="http://schemas.openxmlformats.org/officeDocument/2006/relationships/tags" Target="../tags/tag217.xml"/><Relationship Id="rId14" Type="http://schemas.openxmlformats.org/officeDocument/2006/relationships/tags" Target="../tags/tag216.xml"/><Relationship Id="rId13" Type="http://schemas.openxmlformats.org/officeDocument/2006/relationships/tags" Target="../tags/tag215.xml"/><Relationship Id="rId12" Type="http://schemas.openxmlformats.org/officeDocument/2006/relationships/tags" Target="../tags/tag214.xml"/><Relationship Id="rId11" Type="http://schemas.openxmlformats.org/officeDocument/2006/relationships/tags" Target="../tags/tag213.xml"/><Relationship Id="rId10" Type="http://schemas.openxmlformats.org/officeDocument/2006/relationships/tags" Target="../tags/tag212.xml"/><Relationship Id="rId1" Type="http://schemas.openxmlformats.org/officeDocument/2006/relationships/tags" Target="../tags/tag203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tags" Target="../tags/tag223.xml"/><Relationship Id="rId2" Type="http://schemas.openxmlformats.org/officeDocument/2006/relationships/tags" Target="../tags/tag222.xml"/><Relationship Id="rId1" Type="http://schemas.openxmlformats.org/officeDocument/2006/relationships/tags" Target="../tags/tag22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226.xml"/><Relationship Id="rId2" Type="http://schemas.openxmlformats.org/officeDocument/2006/relationships/tags" Target="../tags/tag225.xml"/><Relationship Id="rId1" Type="http://schemas.openxmlformats.org/officeDocument/2006/relationships/tags" Target="../tags/tag224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tags" Target="../tags/tag229.xml"/><Relationship Id="rId2" Type="http://schemas.openxmlformats.org/officeDocument/2006/relationships/tags" Target="../tags/tag228.xml"/><Relationship Id="rId1" Type="http://schemas.openxmlformats.org/officeDocument/2006/relationships/tags" Target="../tags/tag227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tags" Target="../tags/tag233.xml"/><Relationship Id="rId3" Type="http://schemas.openxmlformats.org/officeDocument/2006/relationships/tags" Target="../tags/tag232.xml"/><Relationship Id="rId2" Type="http://schemas.openxmlformats.org/officeDocument/2006/relationships/tags" Target="../tags/tag231.xml"/><Relationship Id="rId1" Type="http://schemas.openxmlformats.org/officeDocument/2006/relationships/tags" Target="../tags/tag230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236.xml"/><Relationship Id="rId2" Type="http://schemas.openxmlformats.org/officeDocument/2006/relationships/tags" Target="../tags/tag235.xml"/><Relationship Id="rId1" Type="http://schemas.openxmlformats.org/officeDocument/2006/relationships/tags" Target="../tags/tag23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ags" Target="../tags/tag23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tags" Target="../tags/tag240.xml"/><Relationship Id="rId2" Type="http://schemas.openxmlformats.org/officeDocument/2006/relationships/tags" Target="../tags/tag239.xml"/><Relationship Id="rId1" Type="http://schemas.openxmlformats.org/officeDocument/2006/relationships/tags" Target="../tags/tag238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242.xml"/><Relationship Id="rId2" Type="http://schemas.openxmlformats.org/officeDocument/2006/relationships/image" Target="../media/image5.png"/><Relationship Id="rId1" Type="http://schemas.openxmlformats.org/officeDocument/2006/relationships/tags" Target="../tags/tag24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243.xml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244.xml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245.xml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246.xml"/><Relationship Id="rId1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247.xml"/><Relationship Id="rId1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248.xml"/><Relationship Id="rId1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tags" Target="../tags/tag251.xml"/><Relationship Id="rId2" Type="http://schemas.openxmlformats.org/officeDocument/2006/relationships/tags" Target="../tags/tag250.xml"/><Relationship Id="rId1" Type="http://schemas.openxmlformats.org/officeDocument/2006/relationships/tags" Target="../tags/tag249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254.xml"/><Relationship Id="rId2" Type="http://schemas.openxmlformats.org/officeDocument/2006/relationships/tags" Target="../tags/tag253.xml"/><Relationship Id="rId1" Type="http://schemas.openxmlformats.org/officeDocument/2006/relationships/tags" Target="../tags/tag25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ags" Target="../tags/tag25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3.xml"/><Relationship Id="rId2" Type="http://schemas.openxmlformats.org/officeDocument/2006/relationships/tags" Target="../tags/tag257.xml"/><Relationship Id="rId1" Type="http://schemas.openxmlformats.org/officeDocument/2006/relationships/tags" Target="../tags/tag256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tags" Target="../tags/tag260.xml"/><Relationship Id="rId2" Type="http://schemas.openxmlformats.org/officeDocument/2006/relationships/tags" Target="../tags/tag259.xml"/><Relationship Id="rId1" Type="http://schemas.openxmlformats.org/officeDocument/2006/relationships/tags" Target="../tags/tag25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占位符 6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7867650" y="4287520"/>
            <a:ext cx="1831340" cy="490855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wrap="square" lIns="91440" tIns="0" rIns="91440" bIns="0" rtlCol="0" anchor="ctr" anchorCtr="0">
            <a:normAutofit/>
          </a:bodyPr>
          <a:lstStyle>
            <a:lvl1pPr marL="0" marR="0" lvl="0" indent="-2286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 kumimoji="0" lang="zh-CN" altLang="en-US" sz="14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rgbClr val="FFFFFF"/>
                </a:solidFill>
                <a:uFillTx/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</a:tabLst>
              <a:defRPr kumimoji="0" lang="zh-CN" altLang="en-US" sz="1600" b="0" i="0" u="none" strike="noStrike" kern="1200" cap="none" spc="150" normalizeH="0" baseline="0">
                <a:solidFill>
                  <a:srgbClr val="000000"/>
                </a:solidFill>
                <a:uFillTx/>
                <a:latin typeface="微软雅黑" charset="-122"/>
                <a:ea typeface="微软雅黑" charset="-122"/>
                <a:cs typeface="MiSans Normal" panose="00000500000000000000" charset="-122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lang="zh-CN" altLang="en-US" sz="1600" b="0" i="0" u="none" strike="noStrike" kern="1200" cap="none" spc="150" normalizeH="0" baseline="0">
                <a:solidFill>
                  <a:srgbClr val="000000"/>
                </a:solidFill>
                <a:uFillTx/>
                <a:latin typeface="微软雅黑" charset="-122"/>
                <a:ea typeface="微软雅黑" charset="-122"/>
                <a:cs typeface="MiSans Normal" panose="00000500000000000000" charset="-122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600" b="0" i="0" u="none" strike="noStrike" kern="1200" cap="none" spc="150" normalizeH="0" baseline="0">
                <a:solidFill>
                  <a:srgbClr val="000000"/>
                </a:solidFill>
                <a:uFillTx/>
                <a:latin typeface="微软雅黑" charset="-122"/>
                <a:ea typeface="微软雅黑" charset="-122"/>
                <a:cs typeface="MiSans Normal" panose="00000500000000000000" charset="-122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>
                <a:solidFill>
                  <a:srgbClr val="000000"/>
                </a:solidFill>
                <a:uFillTx/>
                <a:latin typeface="微软雅黑" charset="-122"/>
                <a:ea typeface="微软雅黑" charset="-122"/>
                <a:cs typeface="MiSans Normal" panose="00000500000000000000" charset="-122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3"/>
            <p:custDataLst>
              <p:tags r:id="rId2"/>
            </p:custDataLst>
          </p:nvPr>
        </p:nvSpPr>
        <p:spPr>
          <a:xfrm>
            <a:off x="8080375" y="4287520"/>
            <a:ext cx="1405890" cy="491490"/>
          </a:xfrm>
        </p:spPr>
        <p:txBody>
          <a:bodyPr/>
          <a:p>
            <a:r>
              <a:rPr lang="en-US" altLang="zh-CN"/>
              <a:t>2026.5</a:t>
            </a:r>
            <a:endParaRPr lang="en-US" altLang="zh-CN"/>
          </a:p>
        </p:txBody>
      </p:sp>
      <p:sp>
        <p:nvSpPr>
          <p:cNvPr id="20" name="标题 19"/>
          <p:cNvSpPr>
            <a:spLocks noGrp="1"/>
          </p:cNvSpPr>
          <p:nvPr>
            <p:ph type="title" idx="2"/>
            <p:custDataLst>
              <p:tags r:id="rId3"/>
            </p:custDataLst>
          </p:nvPr>
        </p:nvSpPr>
        <p:spPr>
          <a:xfrm>
            <a:off x="1770380" y="1830705"/>
            <a:ext cx="8651240" cy="835660"/>
          </a:xfrm>
        </p:spPr>
        <p:txBody>
          <a:bodyPr>
            <a:normAutofit fontScale="90000"/>
          </a:bodyPr>
          <a:p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altLang="en-US" sz="6600">
                <a:latin typeface="新宋体" charset="0"/>
                <a:ea typeface="新宋体" charset="0"/>
              </a:rPr>
              <a:t>网上综合书店销售数据库</a:t>
            </a:r>
            <a:endParaRPr altLang="en-US" sz="6600">
              <a:latin typeface="新宋体" charset="0"/>
              <a:ea typeface="新宋体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70380" y="3804920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仿宋" charset="0"/>
                <a:ea typeface="仿宋" charset="0"/>
                <a:cs typeface="仿宋" charset="0"/>
              </a:rPr>
              <a:t>小组成员</a:t>
            </a:r>
            <a:r>
              <a:rPr lang="en-US" altLang="zh-CN">
                <a:latin typeface="仿宋" charset="0"/>
                <a:ea typeface="仿宋" charset="0"/>
                <a:cs typeface="仿宋" charset="0"/>
              </a:rPr>
              <a:t>：</a:t>
            </a:r>
            <a:endParaRPr lang="en-US" altLang="zh-CN">
              <a:latin typeface="仿宋" charset="0"/>
              <a:ea typeface="仿宋" charset="0"/>
              <a:cs typeface="仿宋" charset="0"/>
            </a:endParaRPr>
          </a:p>
          <a:p>
            <a:endParaRPr lang="en-US" altLang="zh-CN">
              <a:latin typeface="仿宋" charset="0"/>
              <a:ea typeface="仿宋" charset="0"/>
              <a:cs typeface="仿宋" charset="0"/>
            </a:endParaRPr>
          </a:p>
          <a:p>
            <a:r>
              <a:rPr lang="zh-CN" altLang="en-US">
                <a:latin typeface="仿宋" charset="0"/>
                <a:ea typeface="仿宋" charset="0"/>
                <a:cs typeface="仿宋" charset="0"/>
              </a:rPr>
              <a:t>陈</a:t>
            </a:r>
            <a:r>
              <a:rPr lang="zh-CN" altLang="en-US">
                <a:latin typeface="仿宋" charset="0"/>
                <a:ea typeface="仿宋" charset="0"/>
                <a:cs typeface="仿宋" charset="0"/>
              </a:rPr>
              <a:t>家龙</a:t>
            </a:r>
            <a:r>
              <a:rPr lang="en-US" altLang="zh-CN">
                <a:latin typeface="仿宋" charset="0"/>
                <a:ea typeface="仿宋" charset="0"/>
                <a:cs typeface="仿宋" charset="0"/>
              </a:rPr>
              <a:t> </a:t>
            </a:r>
            <a:r>
              <a:rPr lang="zh-CN" altLang="en-US">
                <a:latin typeface="仿宋" charset="0"/>
                <a:ea typeface="仿宋" charset="0"/>
                <a:cs typeface="仿宋" charset="0"/>
              </a:rPr>
              <a:t>刘俊彦</a:t>
            </a:r>
            <a:r>
              <a:rPr lang="en-US" altLang="zh-CN">
                <a:latin typeface="仿宋" charset="0"/>
                <a:ea typeface="仿宋" charset="0"/>
                <a:cs typeface="仿宋" charset="0"/>
              </a:rPr>
              <a:t> </a:t>
            </a:r>
            <a:r>
              <a:rPr lang="zh-CN" altLang="en-US">
                <a:latin typeface="仿宋" charset="0"/>
                <a:ea typeface="仿宋" charset="0"/>
                <a:cs typeface="仿宋" charset="0"/>
              </a:rPr>
              <a:t>陈清宇</a:t>
            </a:r>
            <a:r>
              <a:rPr lang="en-US" altLang="zh-CN">
                <a:latin typeface="仿宋" charset="0"/>
                <a:ea typeface="仿宋" charset="0"/>
                <a:cs typeface="仿宋" charset="0"/>
              </a:rPr>
              <a:t> </a:t>
            </a:r>
            <a:r>
              <a:rPr lang="zh-CN" altLang="en-US">
                <a:latin typeface="仿宋" charset="0"/>
                <a:ea typeface="仿宋" charset="0"/>
                <a:cs typeface="仿宋" charset="0"/>
              </a:rPr>
              <a:t>吴雨泽</a:t>
            </a:r>
            <a:endParaRPr lang="zh-CN" altLang="en-US">
              <a:latin typeface="仿宋" charset="0"/>
              <a:ea typeface="仿宋" charset="0"/>
              <a:cs typeface="仿宋" charset="0"/>
            </a:endParaRPr>
          </a:p>
          <a:p>
            <a:endParaRPr lang="zh-CN" altLang="en-US">
              <a:latin typeface="仿宋" charset="0"/>
              <a:ea typeface="仿宋" charset="0"/>
              <a:cs typeface="仿宋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" name="标题 53"/>
          <p:cNvSpPr>
            <a:spLocks noGrp="1"/>
          </p:cNvSpPr>
          <p:nvPr>
            <p:ph type="title" idx="2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00000"/>
            </a:pPr>
            <a:r>
              <a:rPr altLang="en-US" sz="6000"/>
              <a:t>目录</a:t>
            </a:r>
            <a:endParaRPr altLang="en-US" sz="6000"/>
          </a:p>
        </p:txBody>
      </p:sp>
      <p:sp>
        <p:nvSpPr>
          <p:cNvPr id="55" name="矩形: 圆角 4"/>
          <p:cNvSpPr/>
          <p:nvPr>
            <p:custDataLst>
              <p:tags r:id="rId2"/>
            </p:custDataLst>
          </p:nvPr>
        </p:nvSpPr>
        <p:spPr>
          <a:xfrm>
            <a:off x="3979545" y="1635125"/>
            <a:ext cx="7268845" cy="606425"/>
          </a:xfrm>
          <a:prstGeom prst="roundRect">
            <a:avLst>
              <a:gd name="adj" fmla="val 13370"/>
            </a:avLst>
          </a:prstGeom>
          <a:solidFill>
            <a:srgbClr val="FFFFFF"/>
          </a:solidFill>
          <a:ln>
            <a:noFill/>
            <a:prstDash val="solid"/>
          </a:ln>
          <a:effectLst>
            <a:outerShdw blurRad="114300" dist="50800" dir="8100000" algn="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p>
            <a:pPr lvl="0" algn="ctr">
              <a:buClrTx/>
              <a:buSzTx/>
              <a:buFontTx/>
            </a:pPr>
            <a:endParaRPr lang="zh-CN" altLang="en-US">
              <a:cs typeface="MiSans Normal" panose="00000500000000000000" charset="-122"/>
              <a:sym typeface="+mn-ea"/>
            </a:endParaRPr>
          </a:p>
        </p:txBody>
      </p:sp>
      <p:sp>
        <p:nvSpPr>
          <p:cNvPr id="56" name="序号"/>
          <p:cNvSpPr/>
          <p:nvPr>
            <p:custDataLst>
              <p:tags r:id="rId3"/>
            </p:custDataLst>
          </p:nvPr>
        </p:nvSpPr>
        <p:spPr>
          <a:xfrm>
            <a:off x="4300855" y="1717675"/>
            <a:ext cx="441325" cy="441325"/>
          </a:xfrm>
          <a:prstGeom prst="ellipse">
            <a:avLst/>
          </a:prstGeom>
          <a:gradFill flip="none" rotWithShape="1">
            <a:gsLst>
              <a:gs pos="20000">
                <a:schemeClr val="accent1">
                  <a:alpha val="65000"/>
                </a:schemeClr>
              </a:gs>
              <a:gs pos="100000">
                <a:schemeClr val="accent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0" tIns="0" rIns="0" bIns="0" numCol="1" spcCol="0" rtlCol="0" fromWordArt="0" anchor="ctr" anchorCtr="0" forceAA="0" compatLnSpc="1">
            <a:normAutofit/>
          </a:bodyPr>
          <a:p>
            <a:pPr lvl="0" algn="ctr">
              <a:buClrTx/>
              <a:buSzTx/>
              <a:buFontTx/>
            </a:pPr>
            <a:r>
              <a:rPr lang="en-US" altLang="zh-CN" sz="1400" dirty="0">
                <a:solidFill>
                  <a:schemeClr val="tx1"/>
                </a:solidFill>
                <a:cs typeface="MiSans Normal" panose="00000500000000000000" charset="-122"/>
                <a:sym typeface="+mn-ea"/>
              </a:rPr>
              <a:t>01</a:t>
            </a:r>
            <a:endParaRPr lang="en-US" altLang="zh-CN" sz="1400" dirty="0">
              <a:solidFill>
                <a:schemeClr val="tx1"/>
              </a:solidFill>
              <a:cs typeface="MiSans Normal" panose="00000500000000000000" charset="-122"/>
              <a:sym typeface="+mn-ea"/>
            </a:endParaRPr>
          </a:p>
        </p:txBody>
      </p:sp>
      <p:sp>
        <p:nvSpPr>
          <p:cNvPr id="57" name="标题"/>
          <p:cNvSpPr txBox="1"/>
          <p:nvPr>
            <p:custDataLst>
              <p:tags r:id="rId4"/>
            </p:custDataLst>
          </p:nvPr>
        </p:nvSpPr>
        <p:spPr>
          <a:xfrm>
            <a:off x="5607050" y="1683385"/>
            <a:ext cx="5094605" cy="51054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p>
            <a:pPr lvl="0" algn="l">
              <a:buClrTx/>
              <a:buSzTx/>
              <a:buFontTx/>
            </a:pPr>
            <a:r>
              <a:rPr lang="zh-CN" altLang="en-US" sz="2400" dirty="0">
                <a:solidFill>
                  <a:schemeClr val="tx1"/>
                </a:solidFill>
                <a:latin typeface="新宋体" charset="0"/>
                <a:ea typeface="新宋体" charset="0"/>
                <a:cs typeface="MiSans Normal" panose="00000500000000000000" charset="-122"/>
                <a:sym typeface="+mn-ea"/>
              </a:rPr>
              <a:t>题目介绍</a:t>
            </a:r>
            <a:endParaRPr lang="zh-CN" altLang="en-US" sz="2400" dirty="0">
              <a:solidFill>
                <a:schemeClr val="tx1"/>
              </a:solidFill>
              <a:latin typeface="新宋体" charset="0"/>
              <a:ea typeface="新宋体" charset="0"/>
              <a:cs typeface="MiSans Normal" panose="00000500000000000000" charset="-122"/>
              <a:sym typeface="+mn-ea"/>
            </a:endParaRPr>
          </a:p>
        </p:txBody>
      </p:sp>
      <p:sp>
        <p:nvSpPr>
          <p:cNvPr id="58" name="矩形: 圆角 4"/>
          <p:cNvSpPr/>
          <p:nvPr>
            <p:custDataLst>
              <p:tags r:id="rId5"/>
            </p:custDataLst>
          </p:nvPr>
        </p:nvSpPr>
        <p:spPr>
          <a:xfrm>
            <a:off x="3979545" y="2502535"/>
            <a:ext cx="7268845" cy="606425"/>
          </a:xfrm>
          <a:prstGeom prst="roundRect">
            <a:avLst>
              <a:gd name="adj" fmla="val 13370"/>
            </a:avLst>
          </a:prstGeom>
          <a:solidFill>
            <a:srgbClr val="FFFFFF"/>
          </a:solidFill>
          <a:ln>
            <a:noFill/>
            <a:prstDash val="solid"/>
          </a:ln>
          <a:effectLst>
            <a:outerShdw blurRad="114300" dist="50800" dir="8100000" algn="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p>
            <a:pPr lvl="0" algn="ctr">
              <a:buClrTx/>
              <a:buSzTx/>
              <a:buFontTx/>
            </a:pPr>
            <a:endParaRPr lang="zh-CN" altLang="en-US">
              <a:cs typeface="MiSans Normal" panose="00000500000000000000" charset="-122"/>
              <a:sym typeface="+mn-ea"/>
            </a:endParaRPr>
          </a:p>
        </p:txBody>
      </p:sp>
      <p:sp>
        <p:nvSpPr>
          <p:cNvPr id="59" name="序号"/>
          <p:cNvSpPr/>
          <p:nvPr>
            <p:custDataLst>
              <p:tags r:id="rId6"/>
            </p:custDataLst>
          </p:nvPr>
        </p:nvSpPr>
        <p:spPr>
          <a:xfrm>
            <a:off x="4300855" y="2585085"/>
            <a:ext cx="441325" cy="441325"/>
          </a:xfrm>
          <a:prstGeom prst="ellipse">
            <a:avLst/>
          </a:prstGeom>
          <a:gradFill flip="none" rotWithShape="1">
            <a:gsLst>
              <a:gs pos="20000">
                <a:schemeClr val="accent1">
                  <a:alpha val="65000"/>
                </a:schemeClr>
              </a:gs>
              <a:gs pos="100000">
                <a:schemeClr val="accent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0" tIns="0" rIns="0" bIns="0" numCol="1" spcCol="0" rtlCol="0" fromWordArt="0" anchor="ctr" anchorCtr="0" forceAA="0" compatLnSpc="1">
            <a:normAutofit/>
          </a:bodyPr>
          <a:p>
            <a:pPr lvl="0" algn="ctr">
              <a:buClrTx/>
              <a:buSzTx/>
              <a:buFontTx/>
            </a:pPr>
            <a:r>
              <a:rPr lang="en-US" altLang="zh-CN" sz="1400" dirty="0">
                <a:solidFill>
                  <a:schemeClr val="tx1"/>
                </a:solidFill>
                <a:cs typeface="MiSans Normal" panose="00000500000000000000" charset="-122"/>
                <a:sym typeface="+mn-ea"/>
              </a:rPr>
              <a:t>02</a:t>
            </a:r>
            <a:endParaRPr lang="en-US" altLang="zh-CN" sz="1400" dirty="0">
              <a:solidFill>
                <a:schemeClr val="tx1"/>
              </a:solidFill>
              <a:cs typeface="MiSans Normal" panose="00000500000000000000" charset="-122"/>
              <a:sym typeface="+mn-ea"/>
            </a:endParaRPr>
          </a:p>
        </p:txBody>
      </p:sp>
      <p:sp>
        <p:nvSpPr>
          <p:cNvPr id="60" name="标题"/>
          <p:cNvSpPr txBox="1"/>
          <p:nvPr>
            <p:custDataLst>
              <p:tags r:id="rId7"/>
            </p:custDataLst>
          </p:nvPr>
        </p:nvSpPr>
        <p:spPr>
          <a:xfrm>
            <a:off x="5607050" y="2550795"/>
            <a:ext cx="5094605" cy="51054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p>
            <a:pPr lvl="0" algn="l">
              <a:buClrTx/>
              <a:buSzTx/>
              <a:buFontTx/>
            </a:pPr>
            <a:r>
              <a:rPr lang="zh-CN" altLang="en-US" sz="2400" dirty="0">
                <a:solidFill>
                  <a:schemeClr val="tx1"/>
                </a:solidFill>
                <a:latin typeface="新宋体" charset="0"/>
                <a:ea typeface="新宋体" charset="0"/>
                <a:cs typeface="MiSans Normal" panose="00000500000000000000" charset="-122"/>
                <a:sym typeface="+mn-ea"/>
              </a:rPr>
              <a:t>需求分析</a:t>
            </a:r>
            <a:endParaRPr lang="zh-CN" altLang="en-US" sz="2400" dirty="0">
              <a:solidFill>
                <a:schemeClr val="tx1"/>
              </a:solidFill>
              <a:latin typeface="新宋体" charset="0"/>
              <a:ea typeface="新宋体" charset="0"/>
              <a:cs typeface="MiSans Normal" panose="00000500000000000000" charset="-122"/>
              <a:sym typeface="+mn-ea"/>
            </a:endParaRPr>
          </a:p>
        </p:txBody>
      </p:sp>
      <p:sp>
        <p:nvSpPr>
          <p:cNvPr id="62" name="矩形: 圆角 4"/>
          <p:cNvSpPr/>
          <p:nvPr>
            <p:custDataLst>
              <p:tags r:id="rId8"/>
            </p:custDataLst>
          </p:nvPr>
        </p:nvSpPr>
        <p:spPr>
          <a:xfrm>
            <a:off x="3979545" y="3369945"/>
            <a:ext cx="7268845" cy="606425"/>
          </a:xfrm>
          <a:prstGeom prst="roundRect">
            <a:avLst>
              <a:gd name="adj" fmla="val 13370"/>
            </a:avLst>
          </a:prstGeom>
          <a:solidFill>
            <a:srgbClr val="FFFFFF"/>
          </a:solidFill>
          <a:ln>
            <a:noFill/>
            <a:prstDash val="solid"/>
          </a:ln>
          <a:effectLst>
            <a:outerShdw blurRad="114300" dist="50800" dir="8100000" algn="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p>
            <a:pPr lvl="0" algn="ctr">
              <a:buClrTx/>
              <a:buSzTx/>
              <a:buFontTx/>
            </a:pPr>
            <a:endParaRPr lang="zh-CN" altLang="en-US">
              <a:cs typeface="MiSans Normal" panose="00000500000000000000" charset="-122"/>
              <a:sym typeface="+mn-ea"/>
            </a:endParaRPr>
          </a:p>
        </p:txBody>
      </p:sp>
      <p:sp>
        <p:nvSpPr>
          <p:cNvPr id="63" name="序号"/>
          <p:cNvSpPr/>
          <p:nvPr>
            <p:custDataLst>
              <p:tags r:id="rId9"/>
            </p:custDataLst>
          </p:nvPr>
        </p:nvSpPr>
        <p:spPr>
          <a:xfrm>
            <a:off x="4300855" y="3452495"/>
            <a:ext cx="441325" cy="441325"/>
          </a:xfrm>
          <a:prstGeom prst="ellipse">
            <a:avLst/>
          </a:prstGeom>
          <a:gradFill flip="none" rotWithShape="1">
            <a:gsLst>
              <a:gs pos="20000">
                <a:schemeClr val="accent1">
                  <a:alpha val="65000"/>
                </a:schemeClr>
              </a:gs>
              <a:gs pos="100000">
                <a:schemeClr val="accent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0" tIns="0" rIns="0" bIns="0" numCol="1" spcCol="0" rtlCol="0" fromWordArt="0" anchor="ctr" anchorCtr="0" forceAA="0" compatLnSpc="1">
            <a:normAutofit/>
          </a:bodyPr>
          <a:p>
            <a:pPr lvl="0" algn="ctr">
              <a:buClrTx/>
              <a:buSzTx/>
              <a:buFontTx/>
            </a:pPr>
            <a:r>
              <a:rPr lang="en-US" altLang="zh-CN" sz="1400" dirty="0">
                <a:solidFill>
                  <a:schemeClr val="tx1"/>
                </a:solidFill>
                <a:cs typeface="MiSans Normal" panose="00000500000000000000" charset="-122"/>
                <a:sym typeface="+mn-ea"/>
              </a:rPr>
              <a:t>03</a:t>
            </a:r>
            <a:endParaRPr lang="en-US" altLang="zh-CN" sz="1400" dirty="0">
              <a:solidFill>
                <a:schemeClr val="tx1"/>
              </a:solidFill>
              <a:cs typeface="MiSans Normal" panose="00000500000000000000" charset="-122"/>
              <a:sym typeface="+mn-ea"/>
            </a:endParaRPr>
          </a:p>
        </p:txBody>
      </p:sp>
      <p:sp>
        <p:nvSpPr>
          <p:cNvPr id="64" name="标题"/>
          <p:cNvSpPr txBox="1"/>
          <p:nvPr>
            <p:custDataLst>
              <p:tags r:id="rId10"/>
            </p:custDataLst>
          </p:nvPr>
        </p:nvSpPr>
        <p:spPr>
          <a:xfrm>
            <a:off x="5607050" y="3418205"/>
            <a:ext cx="5094605" cy="51054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p>
            <a:pPr lvl="0" algn="l">
              <a:buClrTx/>
              <a:buSzTx/>
              <a:buFontTx/>
            </a:pPr>
            <a:r>
              <a:rPr lang="zh-CN" altLang="en-US" sz="2400" dirty="0">
                <a:solidFill>
                  <a:schemeClr val="tx1"/>
                </a:solidFill>
                <a:latin typeface="新宋体" charset="0"/>
                <a:ea typeface="新宋体" charset="0"/>
                <a:cs typeface="MiSans Normal" panose="00000500000000000000" charset="-122"/>
                <a:sym typeface="+mn-ea"/>
              </a:rPr>
              <a:t>模型</a:t>
            </a:r>
            <a:r>
              <a:rPr lang="zh-CN" altLang="en-US" sz="2400" dirty="0">
                <a:solidFill>
                  <a:schemeClr val="tx1"/>
                </a:solidFill>
                <a:latin typeface="新宋体" charset="0"/>
                <a:ea typeface="新宋体" charset="0"/>
                <a:cs typeface="MiSans Normal" panose="00000500000000000000" charset="-122"/>
                <a:sym typeface="+mn-ea"/>
              </a:rPr>
              <a:t>图</a:t>
            </a:r>
            <a:endParaRPr lang="zh-CN" altLang="en-US" sz="2400" dirty="0">
              <a:solidFill>
                <a:schemeClr val="tx1"/>
              </a:solidFill>
              <a:latin typeface="新宋体" charset="0"/>
              <a:ea typeface="新宋体" charset="0"/>
              <a:cs typeface="MiSans Normal" panose="00000500000000000000" charset="-122"/>
              <a:sym typeface="+mn-ea"/>
            </a:endParaRPr>
          </a:p>
        </p:txBody>
      </p:sp>
      <p:sp>
        <p:nvSpPr>
          <p:cNvPr id="66" name="矩形: 圆角 4"/>
          <p:cNvSpPr/>
          <p:nvPr>
            <p:custDataLst>
              <p:tags r:id="rId11"/>
            </p:custDataLst>
          </p:nvPr>
        </p:nvSpPr>
        <p:spPr>
          <a:xfrm>
            <a:off x="3979545" y="4237355"/>
            <a:ext cx="7268845" cy="606425"/>
          </a:xfrm>
          <a:prstGeom prst="roundRect">
            <a:avLst>
              <a:gd name="adj" fmla="val 13370"/>
            </a:avLst>
          </a:prstGeom>
          <a:solidFill>
            <a:srgbClr val="FFFFFF"/>
          </a:solidFill>
          <a:ln>
            <a:noFill/>
            <a:prstDash val="solid"/>
          </a:ln>
          <a:effectLst>
            <a:outerShdw blurRad="114300" dist="50800" dir="8100000" algn="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p>
            <a:pPr lvl="0" algn="ctr">
              <a:buClrTx/>
              <a:buSzTx/>
              <a:buFontTx/>
            </a:pPr>
            <a:endParaRPr lang="zh-CN" altLang="en-US">
              <a:cs typeface="MiSans Normal" panose="00000500000000000000" charset="-122"/>
              <a:sym typeface="+mn-ea"/>
            </a:endParaRPr>
          </a:p>
        </p:txBody>
      </p:sp>
      <p:sp>
        <p:nvSpPr>
          <p:cNvPr id="67" name="序号"/>
          <p:cNvSpPr/>
          <p:nvPr>
            <p:custDataLst>
              <p:tags r:id="rId12"/>
            </p:custDataLst>
          </p:nvPr>
        </p:nvSpPr>
        <p:spPr>
          <a:xfrm>
            <a:off x="4300855" y="4319905"/>
            <a:ext cx="441325" cy="441325"/>
          </a:xfrm>
          <a:prstGeom prst="ellipse">
            <a:avLst/>
          </a:prstGeom>
          <a:gradFill flip="none" rotWithShape="1">
            <a:gsLst>
              <a:gs pos="20000">
                <a:schemeClr val="accent1">
                  <a:alpha val="65000"/>
                </a:schemeClr>
              </a:gs>
              <a:gs pos="100000">
                <a:schemeClr val="accent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0" tIns="0" rIns="0" bIns="0" numCol="1" spcCol="0" rtlCol="0" fromWordArt="0" anchor="ctr" anchorCtr="0" forceAA="0" compatLnSpc="1">
            <a:normAutofit/>
          </a:bodyPr>
          <a:p>
            <a:pPr lvl="0" algn="ctr">
              <a:buClrTx/>
              <a:buSzTx/>
              <a:buFontTx/>
            </a:pPr>
            <a:r>
              <a:rPr lang="en-US" altLang="zh-CN" sz="1400" dirty="0">
                <a:solidFill>
                  <a:schemeClr val="tx1"/>
                </a:solidFill>
                <a:cs typeface="MiSans Normal" panose="00000500000000000000" charset="-122"/>
                <a:sym typeface="+mn-ea"/>
              </a:rPr>
              <a:t>04</a:t>
            </a:r>
            <a:endParaRPr lang="en-US" altLang="zh-CN" sz="1400" dirty="0">
              <a:solidFill>
                <a:schemeClr val="tx1"/>
              </a:solidFill>
              <a:cs typeface="MiSans Normal" panose="00000500000000000000" charset="-122"/>
              <a:sym typeface="+mn-ea"/>
            </a:endParaRPr>
          </a:p>
        </p:txBody>
      </p:sp>
      <p:sp>
        <p:nvSpPr>
          <p:cNvPr id="68" name="标题"/>
          <p:cNvSpPr txBox="1"/>
          <p:nvPr>
            <p:custDataLst>
              <p:tags r:id="rId13"/>
            </p:custDataLst>
          </p:nvPr>
        </p:nvSpPr>
        <p:spPr>
          <a:xfrm>
            <a:off x="5607050" y="4285615"/>
            <a:ext cx="5094605" cy="51054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p>
            <a:pPr lvl="0" algn="l">
              <a:buClrTx/>
              <a:buSzTx/>
              <a:buFontTx/>
            </a:pPr>
            <a:r>
              <a:rPr lang="zh-CN" altLang="en-US" sz="2400" dirty="0">
                <a:solidFill>
                  <a:schemeClr val="tx1"/>
                </a:solidFill>
                <a:latin typeface="新宋体" charset="0"/>
                <a:ea typeface="新宋体" charset="0"/>
                <a:cs typeface="MiSans Normal" panose="00000500000000000000" charset="-122"/>
                <a:sym typeface="+mn-ea"/>
              </a:rPr>
              <a:t>数据库</a:t>
            </a:r>
            <a:r>
              <a:rPr lang="zh-CN" altLang="en-US" sz="2400" dirty="0">
                <a:solidFill>
                  <a:schemeClr val="tx1"/>
                </a:solidFill>
                <a:latin typeface="新宋体" charset="0"/>
                <a:ea typeface="新宋体" charset="0"/>
                <a:cs typeface="MiSans Normal" panose="00000500000000000000" charset="-122"/>
                <a:sym typeface="+mn-ea"/>
              </a:rPr>
              <a:t>设计</a:t>
            </a:r>
            <a:endParaRPr lang="zh-CN" altLang="en-US" sz="2400" dirty="0">
              <a:solidFill>
                <a:schemeClr val="tx1"/>
              </a:solidFill>
              <a:latin typeface="新宋体" charset="0"/>
              <a:ea typeface="新宋体" charset="0"/>
              <a:cs typeface="MiSans Normal" panose="00000500000000000000" charset="-122"/>
              <a:sym typeface="+mn-ea"/>
            </a:endParaRPr>
          </a:p>
        </p:txBody>
      </p:sp>
      <p:sp>
        <p:nvSpPr>
          <p:cNvPr id="53" name="任意多边形: 形状 21"/>
          <p:cNvSpPr/>
          <p:nvPr>
            <p:custDataLst>
              <p:tags r:id="rId14"/>
            </p:custDataLst>
          </p:nvPr>
        </p:nvSpPr>
        <p:spPr>
          <a:xfrm>
            <a:off x="899801" y="1356667"/>
            <a:ext cx="1482138" cy="210369"/>
          </a:xfrm>
          <a:custGeom>
            <a:avLst/>
            <a:gdLst/>
            <a:ahLst/>
            <a:cxnLst/>
            <a:rect l="l" t="t" r="r" b="b"/>
            <a:pathLst>
              <a:path w="1482138" h="210369">
                <a:moveTo>
                  <a:pt x="296209" y="44748"/>
                </a:moveTo>
                <a:cubicBezTo>
                  <a:pt x="281464" y="44748"/>
                  <a:pt x="269891" y="50063"/>
                  <a:pt x="261490" y="60693"/>
                </a:cubicBezTo>
                <a:cubicBezTo>
                  <a:pt x="253089" y="71323"/>
                  <a:pt x="248889" y="86153"/>
                  <a:pt x="248889" y="105184"/>
                </a:cubicBezTo>
                <a:cubicBezTo>
                  <a:pt x="248889" y="124215"/>
                  <a:pt x="253089" y="139046"/>
                  <a:pt x="261490" y="149676"/>
                </a:cubicBezTo>
                <a:cubicBezTo>
                  <a:pt x="269891" y="160306"/>
                  <a:pt x="281464" y="165621"/>
                  <a:pt x="296209" y="165621"/>
                </a:cubicBezTo>
                <a:cubicBezTo>
                  <a:pt x="310954" y="165621"/>
                  <a:pt x="322526" y="160306"/>
                  <a:pt x="330928" y="149676"/>
                </a:cubicBezTo>
                <a:cubicBezTo>
                  <a:pt x="339329" y="139046"/>
                  <a:pt x="343529" y="124215"/>
                  <a:pt x="343529" y="105184"/>
                </a:cubicBezTo>
                <a:cubicBezTo>
                  <a:pt x="343529" y="86153"/>
                  <a:pt x="339329" y="71323"/>
                  <a:pt x="330928" y="60693"/>
                </a:cubicBezTo>
                <a:cubicBezTo>
                  <a:pt x="322526" y="50063"/>
                  <a:pt x="310954" y="44748"/>
                  <a:pt x="296209" y="44748"/>
                </a:cubicBezTo>
                <a:close/>
                <a:moveTo>
                  <a:pt x="1148925" y="3600"/>
                </a:moveTo>
                <a:lnTo>
                  <a:pt x="1308374" y="3600"/>
                </a:lnTo>
                <a:lnTo>
                  <a:pt x="1308374" y="48349"/>
                </a:lnTo>
                <a:lnTo>
                  <a:pt x="1252567" y="48349"/>
                </a:lnTo>
                <a:lnTo>
                  <a:pt x="1252567" y="206769"/>
                </a:lnTo>
                <a:lnTo>
                  <a:pt x="1204732" y="206769"/>
                </a:lnTo>
                <a:lnTo>
                  <a:pt x="1204732" y="48349"/>
                </a:lnTo>
                <a:lnTo>
                  <a:pt x="1148925" y="48349"/>
                </a:lnTo>
                <a:close/>
                <a:moveTo>
                  <a:pt x="958158" y="3600"/>
                </a:moveTo>
                <a:lnTo>
                  <a:pt x="1001878" y="3600"/>
                </a:lnTo>
                <a:lnTo>
                  <a:pt x="1079802" y="118815"/>
                </a:lnTo>
                <a:lnTo>
                  <a:pt x="1081345" y="118815"/>
                </a:lnTo>
                <a:lnTo>
                  <a:pt x="1081345" y="3600"/>
                </a:lnTo>
                <a:lnTo>
                  <a:pt x="1129180" y="3600"/>
                </a:lnTo>
                <a:lnTo>
                  <a:pt x="1129180" y="206769"/>
                </a:lnTo>
                <a:lnTo>
                  <a:pt x="1088032" y="206769"/>
                </a:lnTo>
                <a:lnTo>
                  <a:pt x="1007536" y="91554"/>
                </a:lnTo>
                <a:lnTo>
                  <a:pt x="1005993" y="91554"/>
                </a:lnTo>
                <a:lnTo>
                  <a:pt x="1005993" y="206769"/>
                </a:lnTo>
                <a:lnTo>
                  <a:pt x="958158" y="206769"/>
                </a:lnTo>
                <a:close/>
                <a:moveTo>
                  <a:pt x="786708" y="3600"/>
                </a:moveTo>
                <a:lnTo>
                  <a:pt x="924811" y="3600"/>
                </a:lnTo>
                <a:lnTo>
                  <a:pt x="924811" y="46806"/>
                </a:lnTo>
                <a:lnTo>
                  <a:pt x="834543" y="46806"/>
                </a:lnTo>
                <a:lnTo>
                  <a:pt x="834543" y="82296"/>
                </a:lnTo>
                <a:lnTo>
                  <a:pt x="919925" y="82296"/>
                </a:lnTo>
                <a:lnTo>
                  <a:pt x="919925" y="125501"/>
                </a:lnTo>
                <a:lnTo>
                  <a:pt x="834543" y="125501"/>
                </a:lnTo>
                <a:lnTo>
                  <a:pt x="834543" y="163563"/>
                </a:lnTo>
                <a:lnTo>
                  <a:pt x="927897" y="163563"/>
                </a:lnTo>
                <a:lnTo>
                  <a:pt x="927897" y="206769"/>
                </a:lnTo>
                <a:lnTo>
                  <a:pt x="786708" y="206769"/>
                </a:lnTo>
                <a:close/>
                <a:moveTo>
                  <a:pt x="606000" y="3600"/>
                </a:moveTo>
                <a:lnTo>
                  <a:pt x="765449" y="3600"/>
                </a:lnTo>
                <a:lnTo>
                  <a:pt x="765449" y="48349"/>
                </a:lnTo>
                <a:lnTo>
                  <a:pt x="709642" y="48349"/>
                </a:lnTo>
                <a:lnTo>
                  <a:pt x="709642" y="206769"/>
                </a:lnTo>
                <a:lnTo>
                  <a:pt x="661807" y="206769"/>
                </a:lnTo>
                <a:lnTo>
                  <a:pt x="661807" y="48349"/>
                </a:lnTo>
                <a:lnTo>
                  <a:pt x="606000" y="48349"/>
                </a:lnTo>
                <a:close/>
                <a:moveTo>
                  <a:pt x="415233" y="3600"/>
                </a:moveTo>
                <a:lnTo>
                  <a:pt x="458953" y="3600"/>
                </a:lnTo>
                <a:lnTo>
                  <a:pt x="536877" y="118815"/>
                </a:lnTo>
                <a:lnTo>
                  <a:pt x="538420" y="118815"/>
                </a:lnTo>
                <a:lnTo>
                  <a:pt x="538420" y="3600"/>
                </a:lnTo>
                <a:lnTo>
                  <a:pt x="586255" y="3600"/>
                </a:lnTo>
                <a:lnTo>
                  <a:pt x="586255" y="206769"/>
                </a:lnTo>
                <a:lnTo>
                  <a:pt x="545107" y="206769"/>
                </a:lnTo>
                <a:lnTo>
                  <a:pt x="464611" y="91554"/>
                </a:lnTo>
                <a:lnTo>
                  <a:pt x="463068" y="91554"/>
                </a:lnTo>
                <a:lnTo>
                  <a:pt x="463068" y="206769"/>
                </a:lnTo>
                <a:lnTo>
                  <a:pt x="415233" y="206769"/>
                </a:lnTo>
                <a:close/>
                <a:moveTo>
                  <a:pt x="1403185" y="0"/>
                </a:moveTo>
                <a:cubicBezTo>
                  <a:pt x="1439876" y="0"/>
                  <a:pt x="1466193" y="16459"/>
                  <a:pt x="1482138" y="49377"/>
                </a:cubicBezTo>
                <a:lnTo>
                  <a:pt x="1440990" y="68408"/>
                </a:lnTo>
                <a:cubicBezTo>
                  <a:pt x="1436704" y="59322"/>
                  <a:pt x="1431475" y="52849"/>
                  <a:pt x="1425302" y="48992"/>
                </a:cubicBezTo>
                <a:cubicBezTo>
                  <a:pt x="1419130" y="45134"/>
                  <a:pt x="1411587" y="43205"/>
                  <a:pt x="1402671" y="43205"/>
                </a:cubicBezTo>
                <a:cubicBezTo>
                  <a:pt x="1394613" y="43205"/>
                  <a:pt x="1387798" y="44963"/>
                  <a:pt x="1382226" y="48477"/>
                </a:cubicBezTo>
                <a:cubicBezTo>
                  <a:pt x="1376654" y="51992"/>
                  <a:pt x="1373867" y="56407"/>
                  <a:pt x="1373867" y="61722"/>
                </a:cubicBezTo>
                <a:cubicBezTo>
                  <a:pt x="1373867" y="65322"/>
                  <a:pt x="1374939" y="68280"/>
                  <a:pt x="1377082" y="70594"/>
                </a:cubicBezTo>
                <a:cubicBezTo>
                  <a:pt x="1379225" y="72909"/>
                  <a:pt x="1382954" y="75181"/>
                  <a:pt x="1388269" y="77410"/>
                </a:cubicBezTo>
                <a:cubicBezTo>
                  <a:pt x="1393584" y="79638"/>
                  <a:pt x="1401471" y="82124"/>
                  <a:pt x="1411929" y="84868"/>
                </a:cubicBezTo>
                <a:cubicBezTo>
                  <a:pt x="1425474" y="88297"/>
                  <a:pt x="1436875" y="91940"/>
                  <a:pt x="1446134" y="95798"/>
                </a:cubicBezTo>
                <a:cubicBezTo>
                  <a:pt x="1455392" y="99655"/>
                  <a:pt x="1463536" y="105699"/>
                  <a:pt x="1470565" y="113928"/>
                </a:cubicBezTo>
                <a:cubicBezTo>
                  <a:pt x="1477595" y="122158"/>
                  <a:pt x="1481109" y="133131"/>
                  <a:pt x="1481109" y="146847"/>
                </a:cubicBezTo>
                <a:cubicBezTo>
                  <a:pt x="1481109" y="159534"/>
                  <a:pt x="1477680" y="170678"/>
                  <a:pt x="1470822" y="180280"/>
                </a:cubicBezTo>
                <a:cubicBezTo>
                  <a:pt x="1463964" y="189881"/>
                  <a:pt x="1454406" y="197296"/>
                  <a:pt x="1442147" y="202525"/>
                </a:cubicBezTo>
                <a:cubicBezTo>
                  <a:pt x="1429889" y="207754"/>
                  <a:pt x="1415873" y="210369"/>
                  <a:pt x="1400099" y="210369"/>
                </a:cubicBezTo>
                <a:cubicBezTo>
                  <a:pt x="1380726" y="210369"/>
                  <a:pt x="1363881" y="205697"/>
                  <a:pt x="1349564" y="196353"/>
                </a:cubicBezTo>
                <a:cubicBezTo>
                  <a:pt x="1335248" y="187009"/>
                  <a:pt x="1324661" y="174622"/>
                  <a:pt x="1317803" y="159191"/>
                </a:cubicBezTo>
                <a:lnTo>
                  <a:pt x="1359209" y="140417"/>
                </a:lnTo>
                <a:cubicBezTo>
                  <a:pt x="1362638" y="149333"/>
                  <a:pt x="1367952" y="156019"/>
                  <a:pt x="1375153" y="160477"/>
                </a:cubicBezTo>
                <a:cubicBezTo>
                  <a:pt x="1382354" y="164935"/>
                  <a:pt x="1390755" y="167164"/>
                  <a:pt x="1400357" y="167164"/>
                </a:cubicBezTo>
                <a:cubicBezTo>
                  <a:pt x="1410129" y="167164"/>
                  <a:pt x="1417887" y="165578"/>
                  <a:pt x="1423631" y="162406"/>
                </a:cubicBezTo>
                <a:cubicBezTo>
                  <a:pt x="1429374" y="159234"/>
                  <a:pt x="1432246" y="154905"/>
                  <a:pt x="1432246" y="149419"/>
                </a:cubicBezTo>
                <a:cubicBezTo>
                  <a:pt x="1432246" y="145647"/>
                  <a:pt x="1431217" y="142475"/>
                  <a:pt x="1429160" y="139903"/>
                </a:cubicBezTo>
                <a:cubicBezTo>
                  <a:pt x="1427103" y="137331"/>
                  <a:pt x="1423374" y="134888"/>
                  <a:pt x="1417973" y="132574"/>
                </a:cubicBezTo>
                <a:cubicBezTo>
                  <a:pt x="1412572" y="130259"/>
                  <a:pt x="1404729" y="127730"/>
                  <a:pt x="1394442" y="124987"/>
                </a:cubicBezTo>
                <a:cubicBezTo>
                  <a:pt x="1380554" y="121215"/>
                  <a:pt x="1369024" y="117400"/>
                  <a:pt x="1359851" y="113543"/>
                </a:cubicBezTo>
                <a:cubicBezTo>
                  <a:pt x="1350679" y="109685"/>
                  <a:pt x="1342578" y="103599"/>
                  <a:pt x="1335548" y="95283"/>
                </a:cubicBezTo>
                <a:cubicBezTo>
                  <a:pt x="1328519" y="86968"/>
                  <a:pt x="1325004" y="76038"/>
                  <a:pt x="1325004" y="62493"/>
                </a:cubicBezTo>
                <a:cubicBezTo>
                  <a:pt x="1325004" y="50492"/>
                  <a:pt x="1328476" y="39733"/>
                  <a:pt x="1335420" y="30218"/>
                </a:cubicBezTo>
                <a:cubicBezTo>
                  <a:pt x="1342364" y="20702"/>
                  <a:pt x="1351793" y="13287"/>
                  <a:pt x="1363709" y="7972"/>
                </a:cubicBezTo>
                <a:cubicBezTo>
                  <a:pt x="1375625" y="2657"/>
                  <a:pt x="1388784" y="0"/>
                  <a:pt x="1403185" y="0"/>
                </a:cubicBezTo>
                <a:close/>
                <a:moveTo>
                  <a:pt x="296209" y="0"/>
                </a:moveTo>
                <a:cubicBezTo>
                  <a:pt x="315926" y="0"/>
                  <a:pt x="332985" y="4200"/>
                  <a:pt x="347387" y="12601"/>
                </a:cubicBezTo>
                <a:cubicBezTo>
                  <a:pt x="361789" y="21002"/>
                  <a:pt x="372890" y="33090"/>
                  <a:pt x="380691" y="48863"/>
                </a:cubicBezTo>
                <a:cubicBezTo>
                  <a:pt x="388492" y="64637"/>
                  <a:pt x="392392" y="83410"/>
                  <a:pt x="392392" y="105184"/>
                </a:cubicBezTo>
                <a:cubicBezTo>
                  <a:pt x="392392" y="126959"/>
                  <a:pt x="388492" y="145732"/>
                  <a:pt x="380691" y="161506"/>
                </a:cubicBezTo>
                <a:cubicBezTo>
                  <a:pt x="372890" y="177279"/>
                  <a:pt x="361789" y="189366"/>
                  <a:pt x="347387" y="197768"/>
                </a:cubicBezTo>
                <a:cubicBezTo>
                  <a:pt x="332985" y="206169"/>
                  <a:pt x="315926" y="210369"/>
                  <a:pt x="296209" y="210369"/>
                </a:cubicBezTo>
                <a:cubicBezTo>
                  <a:pt x="276492" y="210369"/>
                  <a:pt x="259433" y="206169"/>
                  <a:pt x="245031" y="197768"/>
                </a:cubicBezTo>
                <a:cubicBezTo>
                  <a:pt x="230629" y="189366"/>
                  <a:pt x="219528" y="177279"/>
                  <a:pt x="211727" y="161506"/>
                </a:cubicBezTo>
                <a:cubicBezTo>
                  <a:pt x="203926" y="145732"/>
                  <a:pt x="200026" y="126959"/>
                  <a:pt x="200026" y="105184"/>
                </a:cubicBezTo>
                <a:cubicBezTo>
                  <a:pt x="200026" y="83410"/>
                  <a:pt x="203926" y="64637"/>
                  <a:pt x="211727" y="48863"/>
                </a:cubicBezTo>
                <a:cubicBezTo>
                  <a:pt x="219528" y="33090"/>
                  <a:pt x="230629" y="21002"/>
                  <a:pt x="245031" y="12601"/>
                </a:cubicBezTo>
                <a:cubicBezTo>
                  <a:pt x="259433" y="4200"/>
                  <a:pt x="276492" y="0"/>
                  <a:pt x="296209" y="0"/>
                </a:cubicBezTo>
                <a:close/>
                <a:moveTo>
                  <a:pt x="99784" y="0"/>
                </a:moveTo>
                <a:cubicBezTo>
                  <a:pt x="134932" y="0"/>
                  <a:pt x="160649" y="17231"/>
                  <a:pt x="176937" y="51692"/>
                </a:cubicBezTo>
                <a:lnTo>
                  <a:pt x="134503" y="70209"/>
                </a:lnTo>
                <a:cubicBezTo>
                  <a:pt x="130903" y="61808"/>
                  <a:pt x="125888" y="55464"/>
                  <a:pt x="119458" y="51178"/>
                </a:cubicBezTo>
                <a:cubicBezTo>
                  <a:pt x="113029" y="46891"/>
                  <a:pt x="105528" y="44748"/>
                  <a:pt x="96955" y="44748"/>
                </a:cubicBezTo>
                <a:cubicBezTo>
                  <a:pt x="87697" y="44748"/>
                  <a:pt x="79425" y="47191"/>
                  <a:pt x="72138" y="52078"/>
                </a:cubicBezTo>
                <a:cubicBezTo>
                  <a:pt x="64851" y="56964"/>
                  <a:pt x="59194" y="63908"/>
                  <a:pt x="55164" y="72909"/>
                </a:cubicBezTo>
                <a:cubicBezTo>
                  <a:pt x="51135" y="81910"/>
                  <a:pt x="49121" y="92326"/>
                  <a:pt x="49121" y="104156"/>
                </a:cubicBezTo>
                <a:cubicBezTo>
                  <a:pt x="49121" y="116500"/>
                  <a:pt x="51135" y="127302"/>
                  <a:pt x="55164" y="136560"/>
                </a:cubicBezTo>
                <a:cubicBezTo>
                  <a:pt x="59194" y="145818"/>
                  <a:pt x="64851" y="152976"/>
                  <a:pt x="72138" y="158034"/>
                </a:cubicBezTo>
                <a:cubicBezTo>
                  <a:pt x="79425" y="163092"/>
                  <a:pt x="87697" y="165621"/>
                  <a:pt x="96955" y="165621"/>
                </a:cubicBezTo>
                <a:cubicBezTo>
                  <a:pt x="113243" y="165621"/>
                  <a:pt x="125930" y="157134"/>
                  <a:pt x="135017" y="140160"/>
                </a:cubicBezTo>
                <a:lnTo>
                  <a:pt x="177451" y="158677"/>
                </a:lnTo>
                <a:cubicBezTo>
                  <a:pt x="169736" y="175308"/>
                  <a:pt x="158978" y="188081"/>
                  <a:pt x="145176" y="196996"/>
                </a:cubicBezTo>
                <a:cubicBezTo>
                  <a:pt x="131374" y="205911"/>
                  <a:pt x="115386" y="210369"/>
                  <a:pt x="97213" y="210369"/>
                </a:cubicBezTo>
                <a:cubicBezTo>
                  <a:pt x="78353" y="210369"/>
                  <a:pt x="61551" y="205954"/>
                  <a:pt x="46806" y="197125"/>
                </a:cubicBezTo>
                <a:cubicBezTo>
                  <a:pt x="32062" y="188295"/>
                  <a:pt x="20574" y="175822"/>
                  <a:pt x="12345" y="159706"/>
                </a:cubicBezTo>
                <a:cubicBezTo>
                  <a:pt x="4115" y="143589"/>
                  <a:pt x="0" y="125073"/>
                  <a:pt x="0" y="104156"/>
                </a:cubicBezTo>
                <a:cubicBezTo>
                  <a:pt x="0" y="83582"/>
                  <a:pt x="4158" y="65408"/>
                  <a:pt x="12473" y="49635"/>
                </a:cubicBezTo>
                <a:cubicBezTo>
                  <a:pt x="20789" y="33861"/>
                  <a:pt x="32533" y="21645"/>
                  <a:pt x="47706" y="12987"/>
                </a:cubicBezTo>
                <a:cubicBezTo>
                  <a:pt x="62880" y="4329"/>
                  <a:pt x="80239" y="0"/>
                  <a:pt x="99784" y="0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  <a:prstDash val="sysDot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p>
            <a:pPr indent="-228600">
              <a:spcAft>
                <a:spcPts val="1000"/>
              </a:spcAft>
            </a:pPr>
            <a:endParaRPr lang="zh-CN" altLang="en-US" sz="2000">
              <a:ln>
                <a:noFill/>
                <a:prstDash val="sysDot"/>
              </a:ln>
              <a:gradFill>
                <a:gsLst>
                  <a:gs pos="0">
                    <a:schemeClr val="accent2"/>
                  </a:gs>
                  <a:gs pos="100000">
                    <a:schemeClr val="accent1"/>
                  </a:gs>
                </a:gsLst>
                <a:lin ang="5400000" scaled="0"/>
              </a:gradFill>
              <a:latin typeface="+mj-ea"/>
              <a:ea typeface="+mj-ea"/>
            </a:endParaRPr>
          </a:p>
        </p:txBody>
      </p:sp>
      <p:sp>
        <p:nvSpPr>
          <p:cNvPr id="2" name="矩形: 圆角 4"/>
          <p:cNvSpPr/>
          <p:nvPr>
            <p:custDataLst>
              <p:tags r:id="rId15"/>
            </p:custDataLst>
          </p:nvPr>
        </p:nvSpPr>
        <p:spPr>
          <a:xfrm>
            <a:off x="3979545" y="5056505"/>
            <a:ext cx="7268845" cy="606425"/>
          </a:xfrm>
          <a:prstGeom prst="roundRect">
            <a:avLst>
              <a:gd name="adj" fmla="val 13370"/>
            </a:avLst>
          </a:prstGeom>
          <a:solidFill>
            <a:srgbClr val="FFFFFF"/>
          </a:solidFill>
          <a:ln>
            <a:noFill/>
            <a:prstDash val="solid"/>
          </a:ln>
          <a:effectLst>
            <a:outerShdw blurRad="114300" dist="50800" dir="8100000" algn="tr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p>
            <a:pPr lvl="0" algn="ctr">
              <a:buClrTx/>
              <a:buSzTx/>
              <a:buFontTx/>
            </a:pPr>
            <a:endParaRPr lang="zh-CN" altLang="en-US">
              <a:cs typeface="MiSans Normal" panose="00000500000000000000" charset="-122"/>
              <a:sym typeface="+mn-ea"/>
            </a:endParaRPr>
          </a:p>
        </p:txBody>
      </p:sp>
      <p:sp>
        <p:nvSpPr>
          <p:cNvPr id="3" name="序号"/>
          <p:cNvSpPr/>
          <p:nvPr>
            <p:custDataLst>
              <p:tags r:id="rId16"/>
            </p:custDataLst>
          </p:nvPr>
        </p:nvSpPr>
        <p:spPr>
          <a:xfrm>
            <a:off x="4300855" y="5139055"/>
            <a:ext cx="441325" cy="441325"/>
          </a:xfrm>
          <a:prstGeom prst="ellipse">
            <a:avLst/>
          </a:prstGeom>
          <a:gradFill flip="none" rotWithShape="1">
            <a:gsLst>
              <a:gs pos="20000">
                <a:schemeClr val="accent1">
                  <a:alpha val="65000"/>
                </a:schemeClr>
              </a:gs>
              <a:gs pos="100000">
                <a:schemeClr val="accent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0" tIns="0" rIns="0" bIns="0" numCol="1" spcCol="0" rtlCol="0" fromWordArt="0" anchor="ctr" anchorCtr="0" forceAA="0" compatLnSpc="1">
            <a:normAutofit/>
          </a:bodyPr>
          <a:p>
            <a:pPr lvl="0" algn="ctr">
              <a:buClrTx/>
              <a:buSzTx/>
              <a:buFontTx/>
            </a:pPr>
            <a:r>
              <a:rPr lang="en-US" altLang="zh-CN" sz="1400" dirty="0">
                <a:solidFill>
                  <a:schemeClr val="tx1"/>
                </a:solidFill>
                <a:cs typeface="MiSans Normal" panose="00000500000000000000" charset="-122"/>
                <a:sym typeface="+mn-ea"/>
              </a:rPr>
              <a:t>05</a:t>
            </a:r>
            <a:endParaRPr lang="en-US" altLang="zh-CN" sz="1400" dirty="0">
              <a:solidFill>
                <a:schemeClr val="tx1"/>
              </a:solidFill>
              <a:cs typeface="MiSans Normal" panose="00000500000000000000" charset="-122"/>
              <a:sym typeface="+mn-ea"/>
            </a:endParaRPr>
          </a:p>
        </p:txBody>
      </p:sp>
      <p:sp>
        <p:nvSpPr>
          <p:cNvPr id="4" name="标题"/>
          <p:cNvSpPr txBox="1"/>
          <p:nvPr>
            <p:custDataLst>
              <p:tags r:id="rId17"/>
            </p:custDataLst>
          </p:nvPr>
        </p:nvSpPr>
        <p:spPr>
          <a:xfrm>
            <a:off x="5607050" y="5104765"/>
            <a:ext cx="5094605" cy="51054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p>
            <a:pPr lvl="0" algn="l">
              <a:buClrTx/>
              <a:buSzTx/>
              <a:buFontTx/>
            </a:pPr>
            <a:r>
              <a:rPr lang="zh-CN" altLang="en-US" sz="2400" dirty="0">
                <a:solidFill>
                  <a:schemeClr val="tx1"/>
                </a:solidFill>
                <a:latin typeface="新宋体" charset="0"/>
                <a:ea typeface="新宋体" charset="0"/>
                <a:cs typeface="MiSans Normal" panose="00000500000000000000" charset="-122"/>
                <a:sym typeface="+mn-ea"/>
              </a:rPr>
              <a:t>附录</a:t>
            </a:r>
            <a:r>
              <a:rPr lang="en-US" altLang="zh-CN" sz="2400" dirty="0">
                <a:solidFill>
                  <a:schemeClr val="tx1"/>
                </a:solidFill>
                <a:latin typeface="新宋体" charset="0"/>
                <a:ea typeface="新宋体" charset="0"/>
                <a:cs typeface="MiSans Normal" panose="00000500000000000000" charset="-122"/>
                <a:sym typeface="+mn-ea"/>
              </a:rPr>
              <a:t>：</a:t>
            </a:r>
            <a:r>
              <a:rPr lang="zh-CN" altLang="en-US" sz="2400" dirty="0">
                <a:solidFill>
                  <a:schemeClr val="tx1"/>
                </a:solidFill>
                <a:latin typeface="新宋体" charset="0"/>
                <a:ea typeface="新宋体" charset="0"/>
                <a:cs typeface="MiSans Normal" panose="00000500000000000000" charset="-122"/>
                <a:sym typeface="+mn-ea"/>
              </a:rPr>
              <a:t>关系模式</a:t>
            </a:r>
            <a:r>
              <a:rPr lang="zh-CN" altLang="en-US" sz="2400" dirty="0">
                <a:solidFill>
                  <a:schemeClr val="tx1"/>
                </a:solidFill>
                <a:latin typeface="新宋体" charset="0"/>
                <a:ea typeface="新宋体" charset="0"/>
                <a:cs typeface="MiSans Normal" panose="00000500000000000000" charset="-122"/>
                <a:sym typeface="+mn-ea"/>
              </a:rPr>
              <a:t>明细</a:t>
            </a:r>
            <a:endParaRPr lang="zh-CN" altLang="en-US" sz="2400" dirty="0">
              <a:solidFill>
                <a:schemeClr val="tx1"/>
              </a:solidFill>
              <a:latin typeface="新宋体" charset="0"/>
              <a:ea typeface="新宋体" charset="0"/>
              <a:cs typeface="MiSans Normal" panose="00000500000000000000" charset="-122"/>
              <a:sym typeface="+mn-ea"/>
            </a:endParaRPr>
          </a:p>
        </p:txBody>
      </p:sp>
    </p:spTree>
    <p:custDataLst>
      <p:tags r:id="rId18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2"/>
            <p:custDataLst>
              <p:tags r:id="rId1"/>
            </p:custDataLst>
          </p:nvPr>
        </p:nvSpPr>
        <p:spPr/>
        <p:txBody>
          <a:bodyPr>
            <a:normAutofit fontScale="97500" lnSpcReduction="10000"/>
          </a:bodyPr>
          <a:lstStyle/>
          <a:p>
            <a:r>
              <a:rPr lang="zh-CN" altLang="en-US"/>
              <a:t>01</a:t>
            </a:r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题目</a:t>
            </a:r>
            <a:r>
              <a:rPr lang="zh-CN" altLang="en-US"/>
              <a:t>介绍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标题 1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noFill/>
        </p:spPr>
        <p:txBody>
          <a:bodyPr vert="horz" wrap="square" lIns="107950" tIns="0" rIns="91440" bIns="0" rtlCol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题目介绍</a:t>
            </a:r>
            <a:endParaRPr>
              <a:sym typeface="+mn-ea"/>
            </a:endParaRPr>
          </a:p>
        </p:txBody>
      </p:sp>
      <p:sp>
        <p:nvSpPr>
          <p:cNvPr id="10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95960" y="1239981"/>
            <a:ext cx="10800000" cy="5009619"/>
          </a:xfrm>
          <a:prstGeom prst="rect">
            <a:avLst/>
          </a:prstGeom>
        </p:spPr>
        <p:txBody>
          <a:bodyPr vert="horz" wrap="square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700">
                <a:solidFill>
                  <a:schemeClr val="tx1"/>
                </a:solidFill>
                <a:latin typeface="新宋体" charset="0"/>
                <a:ea typeface="新宋体" charset="0"/>
                <a:cs typeface="新宋体" charset="0"/>
                <a:sym typeface="+mn-ea"/>
              </a:rPr>
              <a:t>拟设计并实现一个综合性的数据库系统，用于管理连锁书店的门店、商品（主要包括图书）、供货商、客户（包括会员）、销售记录及统计数据。</a:t>
            </a:r>
            <a:endParaRPr lang="zh-CN" altLang="en-US" sz="1700">
              <a:solidFill>
                <a:schemeClr val="tx1"/>
              </a:solidFill>
              <a:latin typeface="新宋体" charset="0"/>
              <a:ea typeface="新宋体" charset="0"/>
              <a:cs typeface="新宋体" charset="0"/>
            </a:endParaRPr>
          </a:p>
          <a:p>
            <a:pPr algn="l"/>
            <a:r>
              <a:rPr lang="zh-CN" altLang="en-US" sz="1700">
                <a:solidFill>
                  <a:schemeClr val="tx1"/>
                </a:solidFill>
                <a:latin typeface="新宋体" charset="0"/>
                <a:ea typeface="新宋体" charset="0"/>
                <a:cs typeface="新宋体" charset="0"/>
                <a:sym typeface="+mn-ea"/>
              </a:rPr>
              <a:t>数据库层面重点解决：实体划分、关系基数、关系模式转换、主外键选择、唯一/非空/CHECK 等完整性约束。</a:t>
            </a:r>
            <a:endParaRPr lang="zh-CN" altLang="en-US" sz="1700">
              <a:solidFill>
                <a:schemeClr val="tx1"/>
              </a:solidFill>
              <a:latin typeface="新宋体" charset="0"/>
              <a:ea typeface="新宋体" charset="0"/>
              <a:cs typeface="新宋体" charset="0"/>
            </a:endParaRPr>
          </a:p>
          <a:p>
            <a:pPr algn="l"/>
            <a:r>
              <a:rPr lang="zh-CN" altLang="en-US" sz="1700">
                <a:solidFill>
                  <a:schemeClr val="tx1"/>
                </a:solidFill>
                <a:latin typeface="新宋体" charset="0"/>
                <a:ea typeface="新宋体" charset="0"/>
                <a:cs typeface="新宋体" charset="0"/>
                <a:sym typeface="+mn-ea"/>
              </a:rPr>
              <a:t>说明</a:t>
            </a:r>
            <a:r>
              <a:rPr lang="en-US" altLang="zh-CN" sz="1700">
                <a:solidFill>
                  <a:schemeClr val="tx1"/>
                </a:solidFill>
                <a:latin typeface="新宋体" charset="0"/>
                <a:ea typeface="新宋体" charset="0"/>
                <a:cs typeface="新宋体" charset="0"/>
                <a:sym typeface="+mn-ea"/>
              </a:rPr>
              <a:t>：</a:t>
            </a:r>
            <a:r>
              <a:rPr lang="zh-CN" altLang="en-US" sz="1700">
                <a:solidFill>
                  <a:schemeClr val="tx1"/>
                </a:solidFill>
                <a:latin typeface="新宋体" charset="0"/>
                <a:ea typeface="新宋体" charset="0"/>
                <a:cs typeface="新宋体" charset="0"/>
                <a:sym typeface="+mn-ea"/>
              </a:rPr>
              <a:t>本系统需为销售记录沉淀、库存与商品基础数据维护、会员消费分析等后续统计需求提供稳定的数据基础。</a:t>
            </a:r>
            <a:endParaRPr lang="zh-CN" altLang="en-US" sz="1700">
              <a:solidFill>
                <a:schemeClr val="tx1"/>
              </a:solidFill>
              <a:latin typeface="新宋体" charset="0"/>
              <a:ea typeface="新宋体" charset="0"/>
              <a:cs typeface="新宋体" charset="0"/>
            </a:endParaRPr>
          </a:p>
          <a:p>
            <a:pPr algn="l">
              <a:buClrTx/>
              <a:buSzTx/>
            </a:pPr>
            <a:r>
              <a:rPr lang="zh-CN" altLang="en-US" sz="1700">
                <a:solidFill>
                  <a:schemeClr val="tx1"/>
                </a:solidFill>
                <a:latin typeface="新宋体" charset="0"/>
                <a:ea typeface="新宋体" charset="0"/>
                <a:cs typeface="新宋体" charset="0"/>
                <a:sym typeface="+mn-ea"/>
              </a:rPr>
              <a:t>本次汇报范围：题目介绍、需求分析、数据库设计</a:t>
            </a:r>
            <a:r>
              <a:rPr lang="en-US" altLang="zh-CN" sz="1700">
                <a:solidFill>
                  <a:schemeClr val="tx1"/>
                </a:solidFill>
                <a:latin typeface="新宋体" charset="0"/>
                <a:ea typeface="新宋体" charset="0"/>
                <a:cs typeface="新宋体" charset="0"/>
                <a:sym typeface="+mn-ea"/>
              </a:rPr>
              <a:t>（</a:t>
            </a:r>
            <a:r>
              <a:rPr lang="zh-CN" altLang="en-US" sz="1700">
                <a:solidFill>
                  <a:schemeClr val="tx1"/>
                </a:solidFill>
                <a:latin typeface="新宋体" charset="0"/>
                <a:ea typeface="新宋体" charset="0"/>
                <a:cs typeface="新宋体" charset="0"/>
                <a:sym typeface="+mn-ea"/>
              </a:rPr>
              <a:t>包括关系模式设计、约束明细</a:t>
            </a:r>
            <a:r>
              <a:rPr lang="en-US" altLang="zh-CN" sz="1700">
                <a:solidFill>
                  <a:schemeClr val="tx1"/>
                </a:solidFill>
                <a:latin typeface="新宋体" charset="0"/>
                <a:ea typeface="新宋体" charset="0"/>
                <a:cs typeface="新宋体" charset="0"/>
                <a:sym typeface="+mn-ea"/>
              </a:rPr>
              <a:t>）</a:t>
            </a:r>
            <a:r>
              <a:rPr lang="zh-CN" altLang="en-US" sz="1700">
                <a:solidFill>
                  <a:schemeClr val="tx1"/>
                </a:solidFill>
                <a:latin typeface="新宋体" charset="0"/>
                <a:ea typeface="新宋体" charset="0"/>
                <a:cs typeface="新宋体" charset="0"/>
                <a:sym typeface="+mn-ea"/>
              </a:rPr>
              <a:t>与 E-R 模型图。</a:t>
            </a:r>
            <a:endParaRPr lang="zh-CN" altLang="en-US" sz="1700">
              <a:solidFill>
                <a:schemeClr val="tx1"/>
              </a:solidFill>
              <a:latin typeface="新宋体" charset="0"/>
              <a:ea typeface="新宋体" charset="0"/>
              <a:cs typeface="新宋体" charset="0"/>
            </a:endParaRPr>
          </a:p>
          <a:p>
            <a:pPr algn="l">
              <a:lnSpc>
                <a:spcPct val="130000"/>
              </a:lnSpc>
              <a:buClrTx/>
              <a:buSzTx/>
            </a:pPr>
            <a:r>
              <a:rPr lang="zh-CN" altLang="en-US" sz="1700">
                <a:solidFill>
                  <a:schemeClr val="tx1"/>
                </a:solidFill>
                <a:latin typeface="新宋体" charset="0"/>
                <a:ea typeface="新宋体" charset="0"/>
                <a:cs typeface="新宋体" charset="0"/>
              </a:rPr>
              <a:t>任务分工：数据库设计</a:t>
            </a:r>
            <a:r>
              <a:rPr lang="en-US" altLang="zh-CN" sz="1700">
                <a:solidFill>
                  <a:schemeClr val="tx1"/>
                </a:solidFill>
                <a:latin typeface="新宋体" charset="0"/>
                <a:ea typeface="新宋体" charset="0"/>
                <a:cs typeface="新宋体" charset="0"/>
              </a:rPr>
              <a:t>  </a:t>
            </a:r>
            <a:r>
              <a:rPr lang="zh-CN" altLang="en-US" sz="1700">
                <a:solidFill>
                  <a:schemeClr val="tx1"/>
                </a:solidFill>
                <a:latin typeface="新宋体" charset="0"/>
                <a:ea typeface="新宋体" charset="0"/>
                <a:cs typeface="新宋体" charset="0"/>
              </a:rPr>
              <a:t>前端</a:t>
            </a:r>
            <a:r>
              <a:rPr lang="en-US" altLang="zh-CN" sz="1700">
                <a:solidFill>
                  <a:schemeClr val="tx1"/>
                </a:solidFill>
                <a:latin typeface="新宋体" charset="0"/>
                <a:ea typeface="新宋体" charset="0"/>
                <a:cs typeface="新宋体" charset="0"/>
              </a:rPr>
              <a:t>  </a:t>
            </a:r>
            <a:r>
              <a:rPr lang="zh-CN" altLang="en-US" sz="1700">
                <a:solidFill>
                  <a:schemeClr val="tx1"/>
                </a:solidFill>
                <a:latin typeface="新宋体" charset="0"/>
                <a:ea typeface="新宋体" charset="0"/>
                <a:cs typeface="新宋体" charset="0"/>
              </a:rPr>
              <a:t>后端</a:t>
            </a:r>
            <a:r>
              <a:rPr lang="en-US" altLang="zh-CN" sz="1700">
                <a:solidFill>
                  <a:schemeClr val="tx1"/>
                </a:solidFill>
                <a:latin typeface="新宋体" charset="0"/>
                <a:ea typeface="新宋体" charset="0"/>
                <a:cs typeface="新宋体" charset="0"/>
              </a:rPr>
              <a:t>  </a:t>
            </a:r>
            <a:r>
              <a:rPr lang="zh-CN" altLang="en-US" sz="1700">
                <a:solidFill>
                  <a:schemeClr val="tx1"/>
                </a:solidFill>
                <a:latin typeface="新宋体" charset="0"/>
                <a:ea typeface="新宋体" charset="0"/>
                <a:cs typeface="新宋体" charset="0"/>
              </a:rPr>
              <a:t>手册</a:t>
            </a:r>
            <a:r>
              <a:rPr lang="zh-CN" altLang="en-US" sz="1700">
                <a:solidFill>
                  <a:schemeClr val="tx1"/>
                </a:solidFill>
                <a:latin typeface="新宋体" charset="0"/>
                <a:ea typeface="新宋体" charset="0"/>
                <a:cs typeface="新宋体" charset="0"/>
              </a:rPr>
              <a:t>文档与</a:t>
            </a:r>
            <a:r>
              <a:rPr lang="en-US" altLang="zh-CN" sz="1700">
                <a:solidFill>
                  <a:schemeClr val="tx1"/>
                </a:solidFill>
                <a:latin typeface="新宋体" charset="0"/>
                <a:ea typeface="新宋体" charset="0"/>
                <a:cs typeface="新宋体" charset="0"/>
              </a:rPr>
              <a:t>PPT</a:t>
            </a:r>
            <a:endParaRPr lang="en-US" altLang="zh-CN" sz="1700">
              <a:solidFill>
                <a:schemeClr val="tx1"/>
              </a:solidFill>
              <a:latin typeface="新宋体" charset="0"/>
              <a:ea typeface="新宋体" charset="0"/>
              <a:cs typeface="新宋体" charset="0"/>
            </a:endParaRPr>
          </a:p>
          <a:p>
            <a:pPr marL="0" indent="0">
              <a:buNone/>
            </a:pPr>
            <a:endParaRPr lang="en-US" altLang="zh-CN" sz="1500">
              <a:solidFill>
                <a:schemeClr val="tx1"/>
              </a:solidFill>
              <a:latin typeface="新宋体" charset="0"/>
              <a:ea typeface="新宋体" charset="0"/>
              <a:cs typeface="新宋体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2"/>
            <p:custDataLst>
              <p:tags r:id="rId1"/>
            </p:custDataLst>
          </p:nvPr>
        </p:nvSpPr>
        <p:spPr/>
        <p:txBody>
          <a:bodyPr>
            <a:normAutofit fontScale="87500"/>
          </a:bodyPr>
          <a:lstStyle/>
          <a:p>
            <a:r>
              <a:rPr lang="zh-CN" altLang="en-US"/>
              <a:t>0</a:t>
            </a:r>
            <a:r>
              <a:t>2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需求分析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标题 8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noFill/>
        </p:spPr>
        <p:txBody>
          <a:bodyPr vert="horz" wrap="square" lIns="107950" tIns="0" rIns="91440" bIns="0" rtlCol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>
                <a:latin typeface="+mj-lt"/>
                <a:ea typeface="+mj-lt"/>
                <a:sym typeface="+mn-ea"/>
              </a:rPr>
              <a:t>需求分析</a:t>
            </a:r>
            <a:endParaRPr>
              <a:latin typeface="+mj-lt"/>
              <a:ea typeface="+mj-lt"/>
              <a:sym typeface="+mn-ea"/>
            </a:endParaRPr>
          </a:p>
        </p:txBody>
      </p:sp>
      <p:sp>
        <p:nvSpPr>
          <p:cNvPr id="10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95960" y="1259205"/>
            <a:ext cx="10800080" cy="720090"/>
          </a:xfrm>
          <a:prstGeom prst="rect">
            <a:avLst/>
          </a:prstGeom>
        </p:spPr>
        <p:txBody>
          <a:bodyPr vert="horz" wrap="square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b="1" spc="0">
                <a:solidFill>
                  <a:schemeClr val="tx1"/>
                </a:solidFill>
                <a:latin typeface="新宋体" charset="0"/>
                <a:ea typeface="新宋体" charset="0"/>
                <a:cs typeface="新宋体" charset="0"/>
              </a:rPr>
              <a:t>业务范围梳理</a:t>
            </a:r>
            <a:r>
              <a:rPr lang="en-US" altLang="zh-CN">
                <a:solidFill>
                  <a:schemeClr val="tx1"/>
                </a:solidFill>
                <a:latin typeface="新宋体" charset="0"/>
                <a:ea typeface="新宋体" charset="0"/>
                <a:cs typeface="新宋体" charset="0"/>
              </a:rPr>
              <a:t>：</a:t>
            </a:r>
            <a:r>
              <a:rPr lang="zh-CN" altLang="en-US">
                <a:solidFill>
                  <a:schemeClr val="tx1"/>
                </a:solidFill>
                <a:latin typeface="新宋体" charset="0"/>
                <a:ea typeface="新宋体" charset="0"/>
                <a:cs typeface="新宋体" charset="0"/>
              </a:rPr>
              <a:t>网上综合书店业务覆盖门店销售、图书商品、供应链协作、客户会员运营等场景</a:t>
            </a:r>
            <a:r>
              <a:rPr lang="en-US" altLang="zh-CN">
                <a:solidFill>
                  <a:schemeClr val="tx1"/>
                </a:solidFill>
                <a:latin typeface="新宋体" charset="0"/>
                <a:ea typeface="新宋体" charset="0"/>
                <a:cs typeface="新宋体" charset="0"/>
              </a:rPr>
              <a:t>，</a:t>
            </a:r>
            <a:r>
              <a:rPr lang="zh-CN" altLang="en-US">
                <a:solidFill>
                  <a:schemeClr val="tx1"/>
                </a:solidFill>
                <a:latin typeface="新宋体" charset="0"/>
                <a:ea typeface="新宋体" charset="0"/>
                <a:cs typeface="新宋体" charset="0"/>
              </a:rPr>
              <a:t>所以根据实际列出了如下</a:t>
            </a:r>
            <a:r>
              <a:rPr lang="en-US" altLang="zh-CN">
                <a:solidFill>
                  <a:schemeClr val="tx1"/>
                </a:solidFill>
                <a:latin typeface="新宋体" charset="0"/>
                <a:ea typeface="新宋体" charset="0"/>
                <a:cs typeface="新宋体" charset="0"/>
              </a:rPr>
              <a:t>8</a:t>
            </a:r>
            <a:r>
              <a:rPr lang="zh-CN" altLang="en-US">
                <a:solidFill>
                  <a:schemeClr val="tx1"/>
                </a:solidFill>
                <a:latin typeface="新宋体" charset="0"/>
                <a:ea typeface="新宋体" charset="0"/>
                <a:cs typeface="新宋体" charset="0"/>
              </a:rPr>
              <a:t>个管理模块</a:t>
            </a:r>
            <a:r>
              <a:rPr lang="en-US" altLang="zh-CN">
                <a:solidFill>
                  <a:schemeClr val="tx1"/>
                </a:solidFill>
                <a:latin typeface="新宋体" charset="0"/>
                <a:ea typeface="新宋体" charset="0"/>
                <a:cs typeface="新宋体" charset="0"/>
              </a:rPr>
              <a:t>，</a:t>
            </a:r>
            <a:r>
              <a:rPr lang="zh-CN" altLang="en-US">
                <a:solidFill>
                  <a:schemeClr val="tx1"/>
                </a:solidFill>
                <a:latin typeface="新宋体" charset="0"/>
                <a:ea typeface="新宋体" charset="0"/>
                <a:cs typeface="新宋体" charset="0"/>
              </a:rPr>
              <a:t>下表展示了他们的业务内容和主要数据关注点</a:t>
            </a:r>
            <a:r>
              <a:rPr lang="en-US" altLang="zh-CN">
                <a:solidFill>
                  <a:schemeClr val="tx1"/>
                </a:solidFill>
                <a:latin typeface="新宋体" charset="0"/>
                <a:ea typeface="新宋体" charset="0"/>
                <a:cs typeface="新宋体" charset="0"/>
              </a:rPr>
              <a:t>。</a:t>
            </a:r>
            <a:endParaRPr lang="zh-CN" altLang="en-US">
              <a:solidFill>
                <a:schemeClr val="tx1"/>
              </a:solidFill>
              <a:latin typeface="新宋体" charset="0"/>
              <a:ea typeface="新宋体" charset="0"/>
              <a:cs typeface="新宋体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zh-CN" altLang="en-US">
              <a:solidFill>
                <a:schemeClr val="tx1"/>
              </a:solidFill>
              <a:latin typeface="新宋体" charset="0"/>
              <a:ea typeface="新宋体" charset="0"/>
              <a:cs typeface="新宋体" charset="0"/>
            </a:endParaRPr>
          </a:p>
        </p:txBody>
      </p:sp>
      <p:graphicFrame>
        <p:nvGraphicFramePr>
          <p:cNvPr id="12" name="表格 11"/>
          <p:cNvGraphicFramePr/>
          <p:nvPr/>
        </p:nvGraphicFramePr>
        <p:xfrm>
          <a:off x="853440" y="2151380"/>
          <a:ext cx="10657205" cy="2924175"/>
        </p:xfrm>
        <a:graphic>
          <a:graphicData uri="http://schemas.openxmlformats.org/drawingml/2006/table">
            <a:tbl>
              <a:tblPr/>
              <a:tblGrid>
                <a:gridCol w="3495040"/>
                <a:gridCol w="3495040"/>
                <a:gridCol w="3667125"/>
              </a:tblGrid>
              <a:tr h="0">
                <a:tc>
                  <a:txBody>
                    <a:bodyPr/>
                    <a:p>
                      <a:pPr marL="0" indent="0" latinLnBrk="0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模块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业务内容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400" b="1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数据关注点</a:t>
                      </a:r>
                      <a:endParaRPr lang="zh-CN" altLang="en-US" sz="1400" b="1" i="0">
                        <a:solidFill>
                          <a:srgbClr val="000000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latinLnBrk="0"/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门店管理</a:t>
                      </a:r>
                      <a:endParaRPr lang="zh-CN" altLang="en-US" sz="14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维护连锁门店信息</a:t>
                      </a:r>
                      <a:endParaRPr lang="zh-CN" altLang="en-US" sz="14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门店名称、城市、地址、电话、负责人</a:t>
                      </a:r>
                      <a:endParaRPr lang="zh-CN" altLang="en-US" sz="14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0515">
                <a:tc>
                  <a:txBody>
                    <a:bodyPr/>
                    <a:p>
                      <a:pPr marL="0" indent="0" latinLnBrk="0"/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供应商管理</a:t>
                      </a:r>
                      <a:endParaRPr lang="zh-CN" altLang="en-US" sz="14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维护供货商及供货关系</a:t>
                      </a:r>
                      <a:endParaRPr lang="zh-CN" altLang="en-US" sz="14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供应商名称、联系人、电话、邮箱、合作状态</a:t>
                      </a:r>
                      <a:endParaRPr lang="zh-CN" altLang="en-US" sz="14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3855">
                <a:tc>
                  <a:txBody>
                    <a:bodyPr/>
                    <a:p>
                      <a:pPr marL="0" indent="0" latinLnBrk="0"/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商品管理</a:t>
                      </a:r>
                      <a:endParaRPr lang="zh-CN" altLang="en-US" sz="14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维护可销售商品</a:t>
                      </a:r>
                      <a:endParaRPr lang="zh-CN" altLang="en-US" sz="14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商品名称、分类、计量单位、售价、库存、在售状态</a:t>
                      </a:r>
                      <a:endParaRPr lang="zh-CN" altLang="en-US" sz="14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latinLnBrk="0"/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图书管理</a:t>
                      </a:r>
                      <a:endParaRPr lang="zh-CN" altLang="en-US" sz="14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管理图书专有信息</a:t>
                      </a:r>
                      <a:endParaRPr lang="zh-CN" altLang="en-US" sz="14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4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ISBN</a:t>
                      </a:r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、出版社、作者、译者、版次、页数</a:t>
                      </a:r>
                      <a:endParaRPr lang="zh-CN" altLang="en-US" sz="14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latinLnBrk="0"/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出版社管理</a:t>
                      </a:r>
                      <a:endParaRPr lang="zh-CN" altLang="en-US" sz="14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维护出版社信息</a:t>
                      </a:r>
                      <a:endParaRPr lang="zh-CN" altLang="en-US" sz="14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名称、联系人、电话、邮箱、地址</a:t>
                      </a:r>
                      <a:endParaRPr lang="zh-CN" altLang="en-US" sz="14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latinLnBrk="0"/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客户会员管理</a:t>
                      </a:r>
                      <a:endParaRPr lang="zh-CN" altLang="en-US" sz="14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管理客户与会员体系</a:t>
                      </a:r>
                      <a:endParaRPr lang="zh-CN" altLang="en-US" sz="14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客户姓名、联系方式、地址、会员等级、积分</a:t>
                      </a:r>
                      <a:endParaRPr lang="zh-CN" altLang="en-US" sz="14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latinLnBrk="0"/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销售管理</a:t>
                      </a:r>
                      <a:endParaRPr lang="zh-CN" altLang="en-US" sz="14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记录交易过程</a:t>
                      </a:r>
                      <a:endParaRPr lang="zh-CN" altLang="en-US" sz="14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销售主单、销售明细、支付方式、金额</a:t>
                      </a:r>
                      <a:endParaRPr lang="zh-CN" altLang="en-US" sz="14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latinLnBrk="0"/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统计分析支撑</a:t>
                      </a:r>
                      <a:endParaRPr lang="zh-CN" altLang="en-US" sz="14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为报表提供数据基础</a:t>
                      </a:r>
                      <a:endParaRPr lang="zh-CN" altLang="en-US" sz="14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4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销量、销售额、会员消费、商品热度</a:t>
                      </a:r>
                      <a:endParaRPr lang="zh-CN" altLang="en-US" sz="14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内容占位符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95960" y="5395595"/>
            <a:ext cx="10800080" cy="36512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 fontScale="25000"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40000"/>
              </a:lnSpc>
              <a:buClrTx/>
              <a:buSzTx/>
            </a:pPr>
            <a:endParaRPr lang="zh-CN" altLang="en-US" sz="6400">
              <a:solidFill>
                <a:schemeClr val="tx1">
                  <a:lumMod val="65000"/>
                  <a:lumOff val="35000"/>
                </a:schemeClr>
              </a:solidFill>
              <a:latin typeface="新宋体" charset="0"/>
              <a:ea typeface="新宋体" charset="0"/>
              <a:cs typeface="新宋体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标题 8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5960" y="369525"/>
            <a:ext cx="10800000" cy="720000"/>
          </a:xfrm>
          <a:noFill/>
        </p:spPr>
        <p:txBody>
          <a:bodyPr vert="horz" wrap="square" lIns="107950" tIns="0" rIns="91440" bIns="0" rtlCol="0" anchor="b" anchorCtr="0">
            <a:normAutofit/>
          </a:bodyPr>
          <a:p>
            <a:pPr lvl="0" algn="l">
              <a:buClrTx/>
              <a:buSzTx/>
              <a:buFontTx/>
            </a:pPr>
            <a:r>
              <a:rPr>
                <a:latin typeface="+mj-lt"/>
                <a:ea typeface="+mj-lt"/>
                <a:sym typeface="+mn-ea"/>
              </a:rPr>
              <a:t>需求分析</a:t>
            </a:r>
            <a:endParaRPr>
              <a:latin typeface="+mj-lt"/>
              <a:ea typeface="+mj-lt"/>
              <a:sym typeface="+mn-ea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2"/>
            </p:custDataLst>
          </p:nvPr>
        </p:nvGraphicFramePr>
        <p:xfrm>
          <a:off x="2339340" y="1338580"/>
          <a:ext cx="9589770" cy="6070600"/>
        </p:xfrm>
        <a:graphic>
          <a:graphicData uri="http://schemas.openxmlformats.org/drawingml/2006/table">
            <a:tbl>
              <a:tblPr/>
              <a:tblGrid>
                <a:gridCol w="3094355"/>
                <a:gridCol w="1699260"/>
                <a:gridCol w="4796155"/>
              </a:tblGrid>
              <a:tr h="372110">
                <a:tc>
                  <a:txBody>
                    <a:bodyPr/>
                    <a:p>
                      <a:pPr marL="0" indent="0" latinLnBrk="0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实体名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内容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200" b="1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设计定位</a:t>
                      </a:r>
                      <a:endParaRPr lang="zh-CN" altLang="en-US" sz="1200" b="1" i="0">
                        <a:solidFill>
                          <a:srgbClr val="000000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latinLnBrk="0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Store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2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门店</a:t>
                      </a:r>
                      <a:endParaRPr lang="zh-CN" altLang="en-US" sz="12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2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销售发生地点</a:t>
                      </a:r>
                      <a:endParaRPr lang="zh-CN" altLang="en-US" sz="12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latinLnBrk="0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Supplier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2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供应商</a:t>
                      </a:r>
                      <a:endParaRPr lang="zh-CN" altLang="en-US" sz="12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2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商品供货主体</a:t>
                      </a:r>
                      <a:endParaRPr lang="zh-CN" altLang="en-US" sz="12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latinLnBrk="0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Category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2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商品分类</a:t>
                      </a:r>
                      <a:endParaRPr lang="zh-CN" altLang="en-US" sz="12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2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商品归类体系</a:t>
                      </a:r>
                      <a:endParaRPr lang="zh-CN" altLang="en-US" sz="12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latinLnBrk="0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Product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2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商品</a:t>
                      </a:r>
                      <a:endParaRPr lang="zh-CN" altLang="en-US" sz="12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2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通用可售卖对象</a:t>
                      </a:r>
                      <a:endParaRPr lang="zh-CN" altLang="en-US" sz="12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latinLnBrk="0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Book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2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图书</a:t>
                      </a:r>
                      <a:endParaRPr lang="zh-CN" altLang="en-US" sz="12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2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商品子类（图书特有字段）</a:t>
                      </a:r>
                      <a:endParaRPr lang="zh-CN" altLang="en-US" sz="12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latinLnBrk="0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Publisher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2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出版社</a:t>
                      </a:r>
                      <a:endParaRPr lang="zh-CN" altLang="en-US" sz="12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2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图书出版主体</a:t>
                      </a:r>
                      <a:endParaRPr lang="zh-CN" altLang="en-US" sz="12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latinLnBrk="0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Customer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2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客户</a:t>
                      </a:r>
                      <a:endParaRPr lang="zh-CN" altLang="en-US" sz="12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2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消费行为主体</a:t>
                      </a:r>
                      <a:endParaRPr lang="zh-CN" altLang="en-US" sz="12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latinLnBrk="0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Member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2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会员</a:t>
                      </a:r>
                      <a:endParaRPr lang="zh-CN" altLang="en-US" sz="12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2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客户子类（积分等级）</a:t>
                      </a:r>
                      <a:endParaRPr lang="zh-CN" altLang="en-US" sz="12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latinLnBrk="0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Sale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2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销售单</a:t>
                      </a:r>
                      <a:endParaRPr lang="zh-CN" altLang="en-US" sz="12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2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交易主记录</a:t>
                      </a:r>
                      <a:endParaRPr lang="zh-CN" altLang="en-US" sz="12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latinLnBrk="0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Sale_Item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2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销售明细</a:t>
                      </a:r>
                      <a:endParaRPr lang="zh-CN" altLang="en-US" sz="12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2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交易明细记录</a:t>
                      </a:r>
                      <a:endParaRPr lang="zh-CN" altLang="en-US" sz="12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5280">
                <a:tc>
                  <a:txBody>
                    <a:bodyPr/>
                    <a:p>
                      <a:pPr marL="0" indent="0" latinLnBrk="0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Author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2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作者</a:t>
                      </a:r>
                      <a:endParaRPr lang="zh-CN" altLang="en-US" sz="12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2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图书创作者</a:t>
                      </a:r>
                      <a:endParaRPr lang="zh-CN" altLang="en-US" sz="12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2260">
                <a:tc>
                  <a:txBody>
                    <a:bodyPr/>
                    <a:p>
                      <a:pPr marL="0" indent="0" latinLnBrk="0">
                        <a:lnSpc>
                          <a:spcPct val="80000"/>
                        </a:lnSpc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Translator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>
                        <a:lnSpc>
                          <a:spcPct val="80000"/>
                        </a:lnSpc>
                      </a:pPr>
                      <a:r>
                        <a:rPr lang="zh-CN" altLang="en-US" sz="12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译者</a:t>
                      </a:r>
                      <a:endParaRPr lang="zh-CN" altLang="en-US" sz="12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>
                        <a:lnSpc>
                          <a:spcPct val="80000"/>
                        </a:lnSpc>
                      </a:pPr>
                      <a:r>
                        <a:rPr lang="zh-CN" altLang="en-US" sz="12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图书译者</a:t>
                      </a:r>
                      <a:endParaRPr lang="zh-CN" altLang="en-US" sz="12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695960" y="1630680"/>
            <a:ext cx="18199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uFillTx/>
                <a:latin typeface="新宋体" charset="0"/>
                <a:ea typeface="新宋体" charset="0"/>
                <a:cs typeface="新宋体" charset="0"/>
              </a:rPr>
              <a:t>主</a:t>
            </a:r>
            <a:r>
              <a:rPr lang="zh-CN" altLang="en-US" b="1">
                <a:uFillTx/>
                <a:latin typeface="新宋体" charset="0"/>
                <a:ea typeface="新宋体" charset="0"/>
                <a:cs typeface="新宋体" charset="0"/>
              </a:rPr>
              <a:t>要实体清单</a:t>
            </a:r>
            <a:r>
              <a:rPr lang="en-US" altLang="zh-CN" b="1">
                <a:uFillTx/>
                <a:latin typeface="新宋体" charset="0"/>
                <a:ea typeface="新宋体" charset="0"/>
                <a:cs typeface="新宋体" charset="0"/>
              </a:rPr>
              <a:t>：</a:t>
            </a:r>
            <a:endParaRPr lang="en-US" altLang="zh-CN" b="1">
              <a:uFillTx/>
              <a:latin typeface="新宋体" charset="0"/>
              <a:ea typeface="新宋体" charset="0"/>
              <a:cs typeface="新宋体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latin typeface="+mj-lt"/>
                <a:ea typeface="+mj-lt"/>
                <a:sym typeface="+mn-ea"/>
              </a:rPr>
              <a:t>需求分析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26135" y="1370330"/>
            <a:ext cx="5862955" cy="40925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latin typeface="仿宋" charset="0"/>
                <a:ea typeface="仿宋" charset="0"/>
                <a:cs typeface="仿宋" charset="0"/>
                <a:sym typeface="+mn-ea"/>
              </a:rPr>
              <a:t>本项目约定的</a:t>
            </a:r>
            <a:r>
              <a:rPr lang="zh-CN" altLang="en-US" sz="2000">
                <a:latin typeface="仿宋" charset="0"/>
                <a:ea typeface="仿宋" charset="0"/>
                <a:cs typeface="仿宋" charset="0"/>
              </a:rPr>
              <a:t>数据库设计原则</a:t>
            </a:r>
            <a:r>
              <a:rPr lang="en-US" altLang="zh-CN" sz="2000">
                <a:latin typeface="仿宋" charset="0"/>
                <a:ea typeface="仿宋" charset="0"/>
                <a:cs typeface="仿宋" charset="0"/>
              </a:rPr>
              <a:t>：</a:t>
            </a:r>
            <a:endParaRPr lang="en-US" altLang="zh-CN" sz="2000">
              <a:latin typeface="仿宋" charset="0"/>
              <a:ea typeface="仿宋" charset="0"/>
              <a:cs typeface="仿宋" charset="0"/>
            </a:endParaRPr>
          </a:p>
          <a:p>
            <a:endParaRPr lang="en-US" altLang="zh-CN" sz="2000">
              <a:latin typeface="仿宋" charset="0"/>
              <a:ea typeface="仿宋" charset="0"/>
              <a:cs typeface="仿宋" charset="0"/>
            </a:endParaRPr>
          </a:p>
          <a:p>
            <a:r>
              <a:rPr lang="en-US" altLang="zh-CN" sz="2000">
                <a:latin typeface="仿宋" charset="0"/>
                <a:ea typeface="仿宋" charset="0"/>
                <a:cs typeface="仿宋" charset="0"/>
              </a:rPr>
              <a:t>1) </a:t>
            </a:r>
            <a:r>
              <a:rPr lang="zh-CN" altLang="en-US" sz="2000">
                <a:latin typeface="仿宋" charset="0"/>
                <a:ea typeface="仿宋" charset="0"/>
                <a:cs typeface="仿宋" charset="0"/>
              </a:rPr>
              <a:t>规范性</a:t>
            </a:r>
            <a:endParaRPr lang="zh-CN" altLang="en-US" sz="2000">
              <a:latin typeface="仿宋" charset="0"/>
              <a:ea typeface="仿宋" charset="0"/>
              <a:cs typeface="仿宋" charset="0"/>
            </a:endParaRPr>
          </a:p>
          <a:p>
            <a:r>
              <a:rPr lang="zh-CN" altLang="en-US" sz="2000">
                <a:latin typeface="仿宋" charset="0"/>
                <a:ea typeface="仿宋" charset="0"/>
                <a:cs typeface="仿宋" charset="0"/>
              </a:rPr>
              <a:t>满足第三范式（</a:t>
            </a:r>
            <a:r>
              <a:rPr lang="en-US" altLang="zh-CN" sz="2000">
                <a:latin typeface="仿宋" charset="0"/>
                <a:ea typeface="仿宋" charset="0"/>
                <a:cs typeface="仿宋" charset="0"/>
              </a:rPr>
              <a:t>3NF</a:t>
            </a:r>
            <a:r>
              <a:rPr lang="zh-CN" altLang="en-US" sz="2000">
                <a:latin typeface="仿宋" charset="0"/>
                <a:ea typeface="仿宋" charset="0"/>
                <a:cs typeface="仿宋" charset="0"/>
              </a:rPr>
              <a:t>）</a:t>
            </a:r>
            <a:endParaRPr lang="zh-CN" altLang="en-US" sz="2000">
              <a:latin typeface="仿宋" charset="0"/>
              <a:ea typeface="仿宋" charset="0"/>
              <a:cs typeface="仿宋" charset="0"/>
            </a:endParaRPr>
          </a:p>
          <a:p>
            <a:endParaRPr lang="zh-CN" altLang="en-US" sz="2000">
              <a:latin typeface="仿宋" charset="0"/>
              <a:ea typeface="仿宋" charset="0"/>
              <a:cs typeface="仿宋" charset="0"/>
            </a:endParaRPr>
          </a:p>
          <a:p>
            <a:r>
              <a:rPr lang="en-US" altLang="zh-CN" sz="2000">
                <a:latin typeface="仿宋" charset="0"/>
                <a:ea typeface="仿宋" charset="0"/>
                <a:cs typeface="仿宋" charset="0"/>
              </a:rPr>
              <a:t>2) </a:t>
            </a:r>
            <a:r>
              <a:rPr lang="zh-CN" altLang="en-US" sz="2000">
                <a:latin typeface="仿宋" charset="0"/>
                <a:ea typeface="仿宋" charset="0"/>
                <a:cs typeface="仿宋" charset="0"/>
              </a:rPr>
              <a:t>可读性</a:t>
            </a:r>
            <a:endParaRPr lang="zh-CN" altLang="en-US" sz="2000">
              <a:latin typeface="仿宋" charset="0"/>
              <a:ea typeface="仿宋" charset="0"/>
              <a:cs typeface="仿宋" charset="0"/>
            </a:endParaRPr>
          </a:p>
          <a:p>
            <a:r>
              <a:rPr lang="zh-CN" altLang="en-US" sz="2000">
                <a:latin typeface="仿宋" charset="0"/>
                <a:ea typeface="仿宋" charset="0"/>
                <a:cs typeface="仿宋" charset="0"/>
              </a:rPr>
              <a:t>统一使用</a:t>
            </a:r>
            <a:r>
              <a:rPr lang="en-US" altLang="zh-CN" sz="2000">
                <a:latin typeface="仿宋" charset="0"/>
                <a:ea typeface="仿宋" charset="0"/>
                <a:cs typeface="仿宋" charset="0"/>
              </a:rPr>
              <a:t> snake_case </a:t>
            </a:r>
            <a:r>
              <a:rPr lang="zh-CN" altLang="en-US" sz="2000">
                <a:latin typeface="仿宋" charset="0"/>
                <a:ea typeface="仿宋" charset="0"/>
                <a:cs typeface="仿宋" charset="0"/>
              </a:rPr>
              <a:t>命名；</a:t>
            </a:r>
            <a:endParaRPr lang="zh-CN" altLang="en-US" sz="2000">
              <a:latin typeface="仿宋" charset="0"/>
              <a:ea typeface="仿宋" charset="0"/>
              <a:cs typeface="仿宋" charset="0"/>
            </a:endParaRPr>
          </a:p>
          <a:p>
            <a:r>
              <a:rPr lang="zh-CN" altLang="en-US" sz="2000">
                <a:latin typeface="仿宋" charset="0"/>
                <a:ea typeface="仿宋" charset="0"/>
                <a:cs typeface="仿宋" charset="0"/>
              </a:rPr>
              <a:t>主键命名统一</a:t>
            </a:r>
            <a:r>
              <a:rPr lang="en-US" altLang="zh-CN" sz="2000">
                <a:latin typeface="仿宋" charset="0"/>
                <a:ea typeface="仿宋" charset="0"/>
                <a:cs typeface="仿宋" charset="0"/>
              </a:rPr>
              <a:t> xxx_id</a:t>
            </a:r>
            <a:r>
              <a:rPr lang="zh-CN" altLang="en-US" sz="2000">
                <a:latin typeface="仿宋" charset="0"/>
                <a:ea typeface="仿宋" charset="0"/>
                <a:cs typeface="仿宋" charset="0"/>
              </a:rPr>
              <a:t>；</a:t>
            </a:r>
            <a:endParaRPr lang="zh-CN" altLang="en-US" sz="2000">
              <a:latin typeface="仿宋" charset="0"/>
              <a:ea typeface="仿宋" charset="0"/>
              <a:cs typeface="仿宋" charset="0"/>
            </a:endParaRPr>
          </a:p>
          <a:p>
            <a:r>
              <a:rPr lang="zh-CN" altLang="en-US" sz="2000">
                <a:latin typeface="仿宋" charset="0"/>
                <a:ea typeface="仿宋" charset="0"/>
                <a:cs typeface="仿宋" charset="0"/>
              </a:rPr>
              <a:t>中间表命名统一</a:t>
            </a:r>
            <a:r>
              <a:rPr lang="en-US" altLang="zh-CN" sz="2000">
                <a:latin typeface="仿宋" charset="0"/>
                <a:ea typeface="仿宋" charset="0"/>
                <a:cs typeface="仿宋" charset="0"/>
              </a:rPr>
              <a:t> a_b</a:t>
            </a:r>
            <a:r>
              <a:rPr lang="zh-CN" altLang="en-US" sz="2000">
                <a:latin typeface="仿宋" charset="0"/>
                <a:ea typeface="仿宋" charset="0"/>
                <a:cs typeface="仿宋" charset="0"/>
              </a:rPr>
              <a:t>。</a:t>
            </a:r>
            <a:endParaRPr lang="zh-CN" altLang="en-US" sz="2000">
              <a:latin typeface="仿宋" charset="0"/>
              <a:ea typeface="仿宋" charset="0"/>
              <a:cs typeface="仿宋" charset="0"/>
            </a:endParaRPr>
          </a:p>
          <a:p>
            <a:endParaRPr lang="zh-CN" altLang="en-US" sz="2000">
              <a:latin typeface="仿宋" charset="0"/>
              <a:ea typeface="仿宋" charset="0"/>
              <a:cs typeface="仿宋" charset="0"/>
            </a:endParaRPr>
          </a:p>
          <a:p>
            <a:r>
              <a:rPr lang="en-US" altLang="zh-CN" sz="2000">
                <a:latin typeface="仿宋" charset="0"/>
                <a:ea typeface="仿宋" charset="0"/>
                <a:cs typeface="仿宋" charset="0"/>
              </a:rPr>
              <a:t>3) </a:t>
            </a:r>
            <a:r>
              <a:rPr lang="zh-CN" altLang="en-US" sz="2000">
                <a:latin typeface="仿宋" charset="0"/>
                <a:ea typeface="仿宋" charset="0"/>
                <a:cs typeface="仿宋" charset="0"/>
              </a:rPr>
              <a:t>可扩展性</a:t>
            </a:r>
            <a:endParaRPr lang="zh-CN" altLang="en-US" sz="2000">
              <a:latin typeface="仿宋" charset="0"/>
              <a:ea typeface="仿宋" charset="0"/>
              <a:cs typeface="仿宋" charset="0"/>
            </a:endParaRPr>
          </a:p>
          <a:p>
            <a:r>
              <a:rPr lang="zh-CN" altLang="en-US" sz="2000">
                <a:latin typeface="仿宋" charset="0"/>
                <a:ea typeface="仿宋" charset="0"/>
                <a:cs typeface="仿宋" charset="0"/>
              </a:rPr>
              <a:t>支持后续增加新商品子类（如文创、电子书）；</a:t>
            </a:r>
            <a:endParaRPr lang="zh-CN" altLang="en-US" sz="2000">
              <a:latin typeface="仿宋" charset="0"/>
              <a:ea typeface="仿宋" charset="0"/>
              <a:cs typeface="仿宋" charset="0"/>
            </a:endParaRPr>
          </a:p>
          <a:p>
            <a:r>
              <a:rPr lang="zh-CN" altLang="en-US" sz="2000">
                <a:latin typeface="仿宋" charset="0"/>
                <a:ea typeface="仿宋" charset="0"/>
                <a:cs typeface="仿宋" charset="0"/>
              </a:rPr>
              <a:t>支持新增营销、库存、报表模块而不重构主干模型。</a:t>
            </a:r>
            <a:endParaRPr lang="zh-CN" altLang="en-US" sz="2000">
              <a:latin typeface="仿宋" charset="0"/>
              <a:ea typeface="仿宋" charset="0"/>
              <a:cs typeface="仿宋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需求分析</a:t>
            </a:r>
            <a:endParaRPr lang="zh-CN" altLang="en-US" sz="2800">
              <a:solidFill>
                <a:srgbClr val="11111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小标题"/>
          <p:cNvSpPr txBox="1"/>
          <p:nvPr/>
        </p:nvSpPr>
        <p:spPr>
          <a:xfrm>
            <a:off x="472045" y="1080025"/>
            <a:ext cx="10900000" cy="42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lang="zh-CN" altLang="en-US" sz="1800" b="1">
                <a:solidFill>
                  <a:srgbClr val="1F4E5F"/>
                </a:solidFill>
                <a:latin typeface="微软雅黑"/>
                <a:ea typeface="微软雅黑"/>
                <a:cs typeface="微软雅黑"/>
              </a:rPr>
              <a:t>主要业务流程（1/2）：按角色权限</a:t>
            </a:r>
            <a:endParaRPr lang="zh-CN" sz="1800"/>
          </a:p>
        </p:txBody>
      </p:sp>
      <p:sp>
        <p:nvSpPr>
          <p:cNvPr id="4" name="说明"/>
          <p:cNvSpPr txBox="1"/>
          <p:nvPr/>
        </p:nvSpPr>
        <p:spPr>
          <a:xfrm>
            <a:off x="471410" y="1484000"/>
            <a:ext cx="10900000" cy="30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zh-CN" altLang="en-US" sz="1600">
                <a:solidFill>
                  <a:srgbClr val="555555"/>
                </a:solidFill>
                <a:latin typeface="仿宋" charset="0"/>
                <a:ea typeface="仿宋" charset="0"/>
                <a:cs typeface="微软雅黑"/>
              </a:rPr>
              <a:t>网上综合书店后台管理系统采用基于角色的访问控制，支撑门店销售、商品管理、供应链协作及客户运营四类核心业务。</a:t>
            </a:r>
            <a:endParaRPr lang="zh-CN" altLang="en-US" sz="1600">
              <a:solidFill>
                <a:srgbClr val="555555"/>
              </a:solidFill>
              <a:latin typeface="仿宋" charset="0"/>
              <a:ea typeface="仿宋" charset="0"/>
              <a:cs typeface="微软雅黑"/>
            </a:endParaRPr>
          </a:p>
        </p:txBody>
      </p:sp>
      <p:graphicFrame>
        <p:nvGraphicFramePr>
          <p:cNvPr id="5" name="业务流程表 5"/>
          <p:cNvGraphicFramePr/>
          <p:nvPr/>
        </p:nvGraphicFramePr>
        <p:xfrm>
          <a:off x="411720" y="1967660"/>
          <a:ext cx="11369675" cy="4540250"/>
        </p:xfrm>
        <a:graphic>
          <a:graphicData uri="http://schemas.openxmlformats.org/drawingml/2006/table">
            <a:tbl>
              <a:tblPr firstRow="1" bandRow="1"/>
              <a:tblGrid>
                <a:gridCol w="937260"/>
                <a:gridCol w="1812740"/>
                <a:gridCol w="4410075"/>
                <a:gridCol w="4209415"/>
              </a:tblGrid>
              <a:tr h="4200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角色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5000" marR="45000" marT="28000" marB="28000" anchor="ctr"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权限定位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5000" marR="45000" marT="28000" marB="28000" anchor="ctr"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主要业务流程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5000" marR="45000" marT="28000" marB="28000" anchor="ctr"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数据落点 / 结果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45000" marR="45000" marT="28000" marB="28000" anchor="ctr">
                    <a:solidFill>
                      <a:srgbClr val="1F4E5F"/>
                    </a:solidFill>
                  </a:tcPr>
                </a:tc>
              </a:tr>
              <a:tr h="14200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管理员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5000" marR="45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全局维护与审核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5000" marR="45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① 登录后台总览，查看销量、销售额、商品热度</a:t>
                      </a:r>
                      <a:br>
                        <a:rPr lang="zh-CN" sz="1400">
                          <a:latin typeface="仿宋" charset="0"/>
                          <a:ea typeface="仿宋" charset="0"/>
                          <a:cs typeface="仿宋" charset="0"/>
                        </a:rPr>
                      </a:br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② 向供应商下单采购图书，审核入库并更新库存</a:t>
                      </a:r>
                      <a:br>
                        <a:rPr lang="zh-CN" sz="1400">
                          <a:latin typeface="仿宋" charset="0"/>
                          <a:ea typeface="仿宋" charset="0"/>
                          <a:cs typeface="仿宋" charset="0"/>
                        </a:rPr>
                      </a:br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③ 维护 ISBN、出版社、版次、页数、售价与在售状态</a:t>
                      </a:r>
                      <a:br>
                        <a:rPr lang="zh-CN" sz="1400">
                          <a:latin typeface="仿宋" charset="0"/>
                          <a:ea typeface="仿宋" charset="0"/>
                          <a:cs typeface="仿宋" charset="0"/>
                        </a:rPr>
                      </a:br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④ 维护会员等级与积分规则</a:t>
                      </a:r>
                      <a:br>
                        <a:rPr lang="zh-CN" sz="1400">
                          <a:latin typeface="仿宋" charset="0"/>
                          <a:ea typeface="仿宋" charset="0"/>
                          <a:cs typeface="仿宋" charset="0"/>
                        </a:rPr>
                      </a:br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⑤ 维护门店、供应商、出版社等基础档案</a:t>
                      </a:r>
                      <a:endParaRPr lang="zh-CN" sz="1400"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45000" marR="45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写入 purchase_order、stock_in、inventory；维护 product、book、member、store 等；通过 system_user、role、permission 支撑 RBAC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42000" marR="42000" marT="24000" marB="24000" anchor="ctr">
                    <a:solidFill>
                      <a:srgbClr val="FFFFFF"/>
                    </a:solidFill>
                  </a:tcPr>
                </a:tc>
              </a:tr>
              <a:tr h="14200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操作员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5000" marR="45000" marT="28000" marB="28000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门店销售与客户维护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5000" marR="45000" marT="28000" marB="28000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① 登录后进入销售管理</a:t>
                      </a:r>
                      <a:br>
                        <a:rPr lang="zh-CN" sz="1400">
                          <a:latin typeface="仿宋" charset="0"/>
                          <a:ea typeface="仿宋" charset="0"/>
                          <a:cs typeface="仿宋" charset="0"/>
                        </a:rPr>
                      </a:br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② 顾客选购图书，创建销售主单</a:t>
                      </a:r>
                      <a:br>
                        <a:rPr lang="zh-CN" sz="1400">
                          <a:latin typeface="仿宋" charset="0"/>
                          <a:ea typeface="仿宋" charset="0"/>
                          <a:cs typeface="仿宋" charset="0"/>
                        </a:rPr>
                      </a:br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③ 录入销售明细、支付方式与实付金额</a:t>
                      </a:r>
                      <a:br>
                        <a:rPr lang="zh-CN" sz="1400">
                          <a:latin typeface="仿宋" charset="0"/>
                          <a:ea typeface="仿宋" charset="0"/>
                          <a:cs typeface="仿宋" charset="0"/>
                        </a:rPr>
                      </a:br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④ 注册会员或维护客户联系方式、地址</a:t>
                      </a:r>
                      <a:br>
                        <a:rPr lang="zh-CN" sz="1400">
                          <a:latin typeface="仿宋" charset="0"/>
                          <a:ea typeface="仿宋" charset="0"/>
                          <a:cs typeface="仿宋" charset="0"/>
                        </a:rPr>
                      </a:br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⑤ 完成销售后系统扣减库存并累计积分</a:t>
                      </a:r>
                      <a:endParaRPr lang="zh-CN" sz="1400"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45000" marR="45000" marT="28000" marB="28000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写入 sale、sale_item；按 sale.store_id + product_id 更新 inventory.stock_qty；更新 member.points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42000" marR="42000" marT="24000" marB="24000" anchor="ctr">
                    <a:solidFill>
                      <a:srgbClr val="F6F8FA"/>
                    </a:solidFill>
                  </a:tcPr>
                </a:tc>
              </a:tr>
              <a:tr h="12800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查询用户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5000" marR="45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只读统计分析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5000" marR="45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① 登录后进入统计分析</a:t>
                      </a:r>
                      <a:br>
                        <a:rPr lang="zh-CN" sz="1400">
                          <a:latin typeface="仿宋" charset="0"/>
                          <a:ea typeface="仿宋" charset="0"/>
                          <a:cs typeface="仿宋" charset="0"/>
                        </a:rPr>
                      </a:br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② 按时间、商品、门店、会员等维度查看报表</a:t>
                      </a:r>
                      <a:br>
                        <a:rPr lang="zh-CN" sz="1400">
                          <a:latin typeface="仿宋" charset="0"/>
                          <a:ea typeface="仿宋" charset="0"/>
                          <a:cs typeface="仿宋" charset="0"/>
                        </a:rPr>
                      </a:br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③ 为管理层提供经营决策支撑，不执行增删改</a:t>
                      </a:r>
                      <a:endParaRPr lang="zh-CN" sz="1400"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45000" marR="45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由 role_permission 授予只读权限；不写业务表，基于视图或聚合查询读取销售、商品、门店、会员数据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42000" marR="42000" marT="24000" marB="24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需求分析</a:t>
            </a:r>
            <a:endParaRPr lang="zh-CN" altLang="en-US" sz="2800">
              <a:solidFill>
                <a:srgbClr val="11111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小标题"/>
          <p:cNvSpPr txBox="1"/>
          <p:nvPr/>
        </p:nvSpPr>
        <p:spPr>
          <a:xfrm>
            <a:off x="620000" y="1080025"/>
            <a:ext cx="10900000" cy="42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lang="zh-CN" altLang="en-US" sz="1800" b="1">
                <a:solidFill>
                  <a:srgbClr val="1F4E5F"/>
                </a:solidFill>
                <a:latin typeface="微软雅黑"/>
                <a:ea typeface="微软雅黑"/>
                <a:cs typeface="微软雅黑"/>
              </a:rPr>
              <a:t>主要业务流程（2/2）：按核心业务域</a:t>
            </a:r>
            <a:endParaRPr lang="zh-CN" sz="1800"/>
          </a:p>
        </p:txBody>
      </p:sp>
      <p:sp>
        <p:nvSpPr>
          <p:cNvPr id="4" name="说明"/>
          <p:cNvSpPr txBox="1"/>
          <p:nvPr/>
        </p:nvSpPr>
        <p:spPr>
          <a:xfrm>
            <a:off x="596505" y="1493525"/>
            <a:ext cx="10900000" cy="30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zh-CN" altLang="en-US" sz="1600">
                <a:solidFill>
                  <a:srgbClr val="555555"/>
                </a:solidFill>
                <a:latin typeface="仿宋" charset="0"/>
                <a:ea typeface="仿宋" charset="0"/>
                <a:cs typeface="仿宋" charset="0"/>
              </a:rPr>
              <a:t>核心链路从“采购入库”进入“门店销售”，再联动“会员积分”和“统计分析”，与前页 8 个管理模块形成对应关系。</a:t>
            </a:r>
            <a:endParaRPr lang="zh-CN" altLang="en-US" sz="1600">
              <a:solidFill>
                <a:srgbClr val="555555"/>
              </a:solidFill>
              <a:latin typeface="仿宋" charset="0"/>
              <a:ea typeface="仿宋" charset="0"/>
              <a:cs typeface="仿宋" charset="0"/>
            </a:endParaRPr>
          </a:p>
        </p:txBody>
      </p:sp>
      <p:graphicFrame>
        <p:nvGraphicFramePr>
          <p:cNvPr id="5" name="业务流程表 5"/>
          <p:cNvGraphicFramePr/>
          <p:nvPr/>
        </p:nvGraphicFramePr>
        <p:xfrm>
          <a:off x="614285" y="1930830"/>
          <a:ext cx="10882280" cy="4814570"/>
        </p:xfrm>
        <a:graphic>
          <a:graphicData uri="http://schemas.openxmlformats.org/drawingml/2006/table">
            <a:tbl>
              <a:tblPr firstRow="1" bandRow="1"/>
              <a:tblGrid>
                <a:gridCol w="1450000"/>
                <a:gridCol w="1350000"/>
                <a:gridCol w="3811270"/>
                <a:gridCol w="4271010"/>
              </a:tblGrid>
              <a:tr h="32639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业务域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5000" marR="45000" marT="28000" marB="28000" anchor="ctr"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触发角色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5000" marR="45000" marT="28000" marB="28000" anchor="ctr"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端到端流程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5000" marR="45000" marT="28000" marB="28000" anchor="ctr"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关键数据表 / 约束体现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45000" marR="45000" marT="28000" marB="28000" anchor="ctr">
                    <a:solidFill>
                      <a:srgbClr val="1F4E5F"/>
                    </a:solidFill>
                  </a:tcPr>
                </a:tc>
              </a:tr>
              <a:tr h="11200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采购入库</a:t>
                      </a:r>
                      <a:br>
                        <a:rPr lang="zh-CN" sz="1400">
                          <a:latin typeface="仿宋" charset="0"/>
                          <a:ea typeface="仿宋" charset="0"/>
                          <a:cs typeface="仿宋" charset="0"/>
                        </a:rPr>
                      </a:br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供应链管理</a:t>
                      </a:r>
                      <a:endParaRPr lang="zh-CN" sz="1400"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45000" marR="45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管理员 / 操作员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45000" marR="45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① 查看供应商合作状态与联系方式</a:t>
                      </a:r>
                      <a:br>
                        <a:rPr lang="zh-CN" sz="1400">
                          <a:latin typeface="仿宋" charset="0"/>
                          <a:ea typeface="仿宋" charset="0"/>
                          <a:cs typeface="仿宋" charset="0"/>
                        </a:rPr>
                      </a:br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② 创建采购需求，选择图书、数量、供应商</a:t>
                      </a:r>
                      <a:br>
                        <a:rPr lang="zh-CN" sz="1400">
                          <a:latin typeface="仿宋" charset="0"/>
                          <a:ea typeface="仿宋" charset="0"/>
                          <a:cs typeface="仿宋" charset="0"/>
                        </a:rPr>
                      </a:br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③ 到货验收后确认入库</a:t>
                      </a:r>
                      <a:br>
                        <a:rPr lang="zh-CN" sz="1400">
                          <a:latin typeface="仿宋" charset="0"/>
                          <a:ea typeface="仿宋" charset="0"/>
                          <a:cs typeface="仿宋" charset="0"/>
                        </a:rPr>
                      </a:br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④ 更新商品库存</a:t>
                      </a:r>
                      <a:br>
                        <a:rPr lang="zh-CN" sz="1400">
                          <a:latin typeface="仿宋" charset="0"/>
                          <a:ea typeface="仿宋" charset="0"/>
                          <a:cs typeface="仿宋" charset="0"/>
                        </a:rPr>
                      </a:br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⑤ 同步维护供应商、出版社与商品档案</a:t>
                      </a:r>
                      <a:endParaRPr lang="zh-CN" sz="1400"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45000" marR="45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supplier、supplier_product、publisher、product、book；供货价 &gt; 0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45000" marR="45000" marT="28000" marB="28000" anchor="ctr">
                    <a:solidFill>
                      <a:srgbClr val="FFFFFF"/>
                    </a:solidFill>
                  </a:tcPr>
                </a:tc>
              </a:tr>
              <a:tr h="11200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门店销售</a:t>
                      </a:r>
                      <a:br>
                        <a:rPr lang="zh-CN" sz="1400">
                          <a:latin typeface="仿宋" charset="0"/>
                          <a:ea typeface="仿宋" charset="0"/>
                          <a:cs typeface="仿宋" charset="0"/>
                        </a:rPr>
                      </a:br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销售管理</a:t>
                      </a:r>
                      <a:endParaRPr lang="zh-CN" sz="1400"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45000" marR="45000" marT="28000" marB="28000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操作员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5000" marR="45000" marT="28000" marB="28000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① 顾客在门店选购图书</a:t>
                      </a:r>
                      <a:br>
                        <a:rPr lang="zh-CN" sz="1400">
                          <a:latin typeface="仿宋" charset="0"/>
                          <a:ea typeface="仿宋" charset="0"/>
                          <a:cs typeface="仿宋" charset="0"/>
                        </a:rPr>
                      </a:br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② 创建销售主单 sale</a:t>
                      </a:r>
                      <a:br>
                        <a:rPr lang="zh-CN" sz="1400">
                          <a:latin typeface="仿宋" charset="0"/>
                          <a:ea typeface="仿宋" charset="0"/>
                          <a:cs typeface="仿宋" charset="0"/>
                        </a:rPr>
                      </a:br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③ 录入 sale_item：商品、数量、单价</a:t>
                      </a:r>
                      <a:br>
                        <a:rPr lang="zh-CN" sz="1400">
                          <a:latin typeface="仿宋" charset="0"/>
                          <a:ea typeface="仿宋" charset="0"/>
                          <a:cs typeface="仿宋" charset="0"/>
                        </a:rPr>
                      </a:br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④ 选择 payment_method 并确认收款</a:t>
                      </a:r>
                      <a:br>
                        <a:rPr lang="zh-CN" sz="1400">
                          <a:latin typeface="仿宋" charset="0"/>
                          <a:ea typeface="仿宋" charset="0"/>
                          <a:cs typeface="仿宋" charset="0"/>
                        </a:rPr>
                      </a:br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⑤ 系统扣减库存，保留成交单价快照</a:t>
                      </a:r>
                      <a:endParaRPr lang="zh-CN" sz="1400"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45000" marR="45000" marT="28000" marB="28000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sale、sale_item、store、product；quantity &gt; 0，unit_price &gt; 0，actual_amount &gt;= 0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45000" marR="45000" marT="28000" marB="28000" anchor="ctr">
                    <a:solidFill>
                      <a:srgbClr val="F6F8FA"/>
                    </a:solidFill>
                  </a:tcPr>
                </a:tc>
              </a:tr>
              <a:tr h="11200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会员运营</a:t>
                      </a:r>
                      <a:br>
                        <a:rPr lang="zh-CN" sz="1400">
                          <a:latin typeface="仿宋" charset="0"/>
                          <a:ea typeface="仿宋" charset="0"/>
                          <a:cs typeface="仿宋" charset="0"/>
                        </a:rPr>
                      </a:br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客户管理</a:t>
                      </a:r>
                      <a:endParaRPr lang="zh-CN" sz="1400"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45000" marR="45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操作员 / 管理员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45000" marR="45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① 创建 customer 档案</a:t>
                      </a:r>
                      <a:br>
                        <a:rPr lang="zh-CN" sz="1400">
                          <a:latin typeface="仿宋" charset="0"/>
                          <a:ea typeface="仿宋" charset="0"/>
                          <a:cs typeface="仿宋" charset="0"/>
                        </a:rPr>
                      </a:br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② 客户升级为 member，生成 member_no</a:t>
                      </a:r>
                      <a:br>
                        <a:rPr lang="zh-CN" sz="1400">
                          <a:latin typeface="仿宋" charset="0"/>
                          <a:ea typeface="仿宋" charset="0"/>
                          <a:cs typeface="仿宋" charset="0"/>
                        </a:rPr>
                      </a:br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③ 设置会员等级</a:t>
                      </a:r>
                      <a:br>
                        <a:rPr lang="zh-CN" sz="1400">
                          <a:latin typeface="仿宋" charset="0"/>
                          <a:ea typeface="仿宋" charset="0"/>
                          <a:cs typeface="仿宋" charset="0"/>
                        </a:rPr>
                      </a:br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④ 消费后累计积分</a:t>
                      </a:r>
                      <a:br>
                        <a:rPr lang="zh-CN" sz="1400">
                          <a:latin typeface="仿宋" charset="0"/>
                          <a:ea typeface="仿宋" charset="0"/>
                          <a:cs typeface="仿宋" charset="0"/>
                        </a:rPr>
                      </a:br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⑤ 后续可用积分抵扣消费金额</a:t>
                      </a:r>
                      <a:endParaRPr lang="zh-CN" sz="1400"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45000" marR="45000" marT="28000" marB="2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customer、member；member.customer_id 共享主键，member_no 唯一，points &gt;= 0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45000" marR="45000" marT="28000" marB="28000" anchor="ctr">
                    <a:solidFill>
                      <a:srgbClr val="FFFFFF"/>
                    </a:solidFill>
                  </a:tcPr>
                </a:tc>
              </a:tr>
              <a:tr h="11200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统计分析</a:t>
                      </a:r>
                      <a:br>
                        <a:rPr lang="zh-CN" sz="1400">
                          <a:latin typeface="仿宋" charset="0"/>
                          <a:ea typeface="仿宋" charset="0"/>
                          <a:cs typeface="仿宋" charset="0"/>
                        </a:rPr>
                      </a:br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经营决策</a:t>
                      </a:r>
                      <a:endParaRPr lang="zh-CN" sz="1400"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45000" marR="45000" marT="28000" marB="28000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查询用户 / 管理员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45000" marR="45000" marT="28000" marB="28000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① 按时间、门店、商品、会员维度筛选</a:t>
                      </a:r>
                      <a:br>
                        <a:rPr lang="zh-CN" sz="1400">
                          <a:latin typeface="仿宋" charset="0"/>
                          <a:ea typeface="仿宋" charset="0"/>
                          <a:cs typeface="仿宋" charset="0"/>
                        </a:rPr>
                      </a:br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② 统计销量、销售额、商品热度、会员消费</a:t>
                      </a:r>
                      <a:br>
                        <a:rPr lang="zh-CN" sz="1400">
                          <a:latin typeface="仿宋" charset="0"/>
                          <a:ea typeface="仿宋" charset="0"/>
                          <a:cs typeface="仿宋" charset="0"/>
                        </a:rPr>
                      </a:br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③ 输出报表支撑采购、库存与营销决策</a:t>
                      </a:r>
                      <a:endParaRPr lang="zh-CN" sz="1400"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45000" marR="45000" marT="28000" marB="28000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围绕 sale、sale_item、product、store、member 汇总；查询角色仅有只读权限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45000" marR="45000" marT="28000" marB="28000" anchor="ctr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需求分析</a:t>
            </a:r>
            <a:endParaRPr lang="zh-CN" altLang="en-US" sz="2800">
              <a:solidFill>
                <a:srgbClr val="11111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小标题"/>
          <p:cNvSpPr txBox="1"/>
          <p:nvPr/>
        </p:nvSpPr>
        <p:spPr>
          <a:xfrm>
            <a:off x="621270" y="1146700"/>
            <a:ext cx="10900000" cy="42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lang="zh-CN" altLang="en-US" sz="1750" b="1">
                <a:solidFill>
                  <a:srgbClr val="1F4E5F"/>
                </a:solidFill>
                <a:latin typeface="微软雅黑"/>
                <a:ea typeface="微软雅黑"/>
                <a:cs typeface="微软雅黑"/>
              </a:rPr>
              <a:t>统计分析实现说明：不单独存冗余报表表</a:t>
            </a:r>
            <a:endParaRPr lang="zh-CN" sz="1750"/>
          </a:p>
        </p:txBody>
      </p:sp>
      <p:sp>
        <p:nvSpPr>
          <p:cNvPr id="4" name="说明"/>
          <p:cNvSpPr txBox="1"/>
          <p:nvPr/>
        </p:nvSpPr>
        <p:spPr>
          <a:xfrm>
            <a:off x="620000" y="1566550"/>
            <a:ext cx="10900000" cy="30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zh-CN" altLang="en-US" sz="1600">
                <a:solidFill>
                  <a:srgbClr val="555555"/>
                </a:solidFill>
                <a:latin typeface="仿宋" charset="0"/>
                <a:ea typeface="仿宋" charset="0"/>
                <a:cs typeface="微软雅黑"/>
              </a:rPr>
              <a:t>统计分析属于查询能力，基于交易明细动态汇总；如需固化口径，可用数据库视图，不单独设置冗余统计表。</a:t>
            </a:r>
            <a:endParaRPr lang="zh-CN" altLang="en-US" sz="1600">
              <a:solidFill>
                <a:srgbClr val="555555"/>
              </a:solidFill>
              <a:latin typeface="仿宋" charset="0"/>
              <a:ea typeface="仿宋" charset="0"/>
              <a:cs typeface="微软雅黑"/>
            </a:endParaRPr>
          </a:p>
        </p:txBody>
      </p:sp>
      <p:graphicFrame>
        <p:nvGraphicFramePr>
          <p:cNvPr id="5" name="表格 5"/>
          <p:cNvGraphicFramePr/>
          <p:nvPr/>
        </p:nvGraphicFramePr>
        <p:xfrm>
          <a:off x="596505" y="2132125"/>
          <a:ext cx="11400000" cy="4180000"/>
        </p:xfrm>
        <a:graphic>
          <a:graphicData uri="http://schemas.openxmlformats.org/drawingml/2006/table">
            <a:tbl>
              <a:tblPr firstRow="1" bandRow="1"/>
              <a:tblGrid>
                <a:gridCol w="2600000"/>
                <a:gridCol w="3600000"/>
                <a:gridCol w="5200000"/>
              </a:tblGrid>
              <a:tr h="38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分析目标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来源表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实现方式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销量 / 销售额趋势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sale、sale_item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按 sale_time 分组聚合 quantity、line_amount、actual_amount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商品热度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sale_item、product、book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按 product_id 汇总销量与销售额，关联图书信息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门店表现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store、sale、sale_item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按 store_id 汇总门店订单量、销售额、客单价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会员消费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customer、member、sale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按 customer_id 汇总消费频次、金额与积分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库存预警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inventory、product、store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当 stock_qty &lt;= safety_stock_qty 时进入预警清单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2"/>
            <p:custDataLst>
              <p:tags r:id="rId1"/>
            </p:custDataLst>
          </p:nvPr>
        </p:nvSpPr>
        <p:spPr/>
        <p:txBody>
          <a:bodyPr>
            <a:normAutofit fontScale="87500"/>
          </a:bodyPr>
          <a:lstStyle/>
          <a:p>
            <a:r>
              <a:rPr lang="zh-CN" altLang="en-US"/>
              <a:t>0</a:t>
            </a:r>
            <a:r>
              <a:t>3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模型图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标题 8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noFill/>
        </p:spPr>
        <p:txBody>
          <a:bodyPr vert="horz" wrap="square" lIns="107950" tIns="0" rIns="91440" bIns="0" rtlCol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模型图</a:t>
            </a:r>
            <a:endParaRPr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56870" y="1321435"/>
            <a:ext cx="5080000" cy="3328035"/>
          </a:xfrm>
          <a:prstGeom prst="rect">
            <a:avLst/>
          </a:prstGeom>
        </p:spPr>
        <p:txBody>
          <a:bodyPr>
            <a:spAutoFit/>
          </a:bodyPr>
          <a:p>
            <a:pPr marL="0" indent="0" algn="l">
              <a:spcBef>
                <a:spcPts val="200"/>
              </a:spcBef>
              <a:buClrTx/>
              <a:buSzTx/>
              <a:buFont typeface="Arial" panose="020B0604020202090204"/>
              <a:buNone/>
            </a:pPr>
            <a:endParaRPr lang="en-US" altLang="zh-CN" sz="1600" b="0" i="0">
              <a:solidFill>
                <a:schemeClr val="tx1"/>
              </a:solidFill>
              <a:latin typeface="新宋体" charset="0"/>
              <a:ea typeface="新宋体" charset="0"/>
              <a:cs typeface="新宋体" charset="0"/>
            </a:endParaRPr>
          </a:p>
          <a:p>
            <a:pPr marL="0" algn="l">
              <a:spcBef>
                <a:spcPts val="200"/>
              </a:spcBef>
              <a:buClrTx/>
              <a:buSzTx/>
              <a:buFont typeface="Arial" panose="020B0604020202090204"/>
              <a:buChar char="•"/>
            </a:pPr>
            <a:r>
              <a:rPr lang="en-US" altLang="zh-CN" sz="1600" b="0" i="0">
                <a:solidFill>
                  <a:schemeClr val="tx1"/>
                </a:solidFill>
                <a:latin typeface="新宋体" charset="0"/>
                <a:ea typeface="新宋体" charset="0"/>
                <a:cs typeface="新宋体" charset="0"/>
              </a:rPr>
              <a:t>E-R图说明：</a:t>
            </a:r>
            <a:endParaRPr lang="en-US" altLang="zh-CN" sz="1600" b="0" i="0">
              <a:solidFill>
                <a:schemeClr val="tx1"/>
              </a:solidFill>
              <a:latin typeface="新宋体" charset="0"/>
              <a:ea typeface="新宋体" charset="0"/>
              <a:cs typeface="新宋体" charset="0"/>
            </a:endParaRPr>
          </a:p>
          <a:p>
            <a:pPr marL="0" algn="l">
              <a:spcBef>
                <a:spcPts val="200"/>
              </a:spcBef>
              <a:buClrTx/>
              <a:buSzTx/>
              <a:buFont typeface="Arial" panose="020B0604020202090204"/>
              <a:buChar char="•"/>
            </a:pPr>
            <a:r>
              <a:rPr lang="en-US" altLang="zh-CN" sz="1600" b="0" i="0">
                <a:solidFill>
                  <a:schemeClr val="tx1"/>
                </a:solidFill>
                <a:latin typeface="新宋体" charset="0"/>
                <a:ea typeface="新宋体" charset="0"/>
                <a:cs typeface="新宋体" charset="0"/>
              </a:rPr>
              <a:t>实体（Entity）：矩形框</a:t>
            </a:r>
            <a:endParaRPr lang="en-US" altLang="zh-CN" sz="1600" b="0" i="0">
              <a:solidFill>
                <a:schemeClr val="tx1"/>
              </a:solidFill>
              <a:latin typeface="新宋体" charset="0"/>
              <a:ea typeface="新宋体" charset="0"/>
              <a:cs typeface="新宋体" charset="0"/>
            </a:endParaRPr>
          </a:p>
          <a:p>
            <a:pPr marL="0" algn="l">
              <a:spcBef>
                <a:spcPts val="200"/>
              </a:spcBef>
              <a:buClrTx/>
              <a:buSzTx/>
              <a:buFont typeface="Arial" panose="020B0604020202090204"/>
              <a:buChar char="•"/>
            </a:pPr>
            <a:r>
              <a:rPr lang="en-US" altLang="zh-CN" sz="1600" b="0" i="0">
                <a:solidFill>
                  <a:schemeClr val="tx1"/>
                </a:solidFill>
                <a:latin typeface="新宋体" charset="0"/>
                <a:ea typeface="新宋体" charset="0"/>
                <a:cs typeface="新宋体" charset="0"/>
              </a:rPr>
              <a:t>属性（Attribute）：椭圆</a:t>
            </a:r>
            <a:endParaRPr lang="en-US" altLang="zh-CN" sz="1600" b="0" i="0">
              <a:solidFill>
                <a:schemeClr val="tx1"/>
              </a:solidFill>
              <a:latin typeface="新宋体" charset="0"/>
              <a:ea typeface="新宋体" charset="0"/>
              <a:cs typeface="新宋体" charset="0"/>
            </a:endParaRPr>
          </a:p>
          <a:p>
            <a:pPr marL="0" algn="l">
              <a:spcBef>
                <a:spcPts val="200"/>
              </a:spcBef>
              <a:buClrTx/>
              <a:buSzTx/>
              <a:buFont typeface="Arial" panose="020B0604020202090204"/>
              <a:buChar char="•"/>
            </a:pPr>
            <a:r>
              <a:rPr lang="en-US" altLang="zh-CN" sz="1600" b="0" i="0">
                <a:solidFill>
                  <a:schemeClr val="tx1"/>
                </a:solidFill>
                <a:latin typeface="新宋体" charset="0"/>
                <a:ea typeface="新宋体" charset="0"/>
                <a:cs typeface="新宋体" charset="0"/>
              </a:rPr>
              <a:t>联系（Relationship）：菱形</a:t>
            </a:r>
            <a:endParaRPr lang="en-US" altLang="zh-CN" sz="1600" b="0" i="0">
              <a:solidFill>
                <a:schemeClr val="tx1"/>
              </a:solidFill>
              <a:latin typeface="新宋体" charset="0"/>
              <a:ea typeface="新宋体" charset="0"/>
              <a:cs typeface="新宋体" charset="0"/>
            </a:endParaRPr>
          </a:p>
          <a:p>
            <a:pPr marL="0" algn="l">
              <a:spcBef>
                <a:spcPts val="200"/>
              </a:spcBef>
              <a:buClrTx/>
              <a:buSzTx/>
              <a:buFont typeface="Arial" panose="020B0604020202090204"/>
              <a:buChar char="•"/>
            </a:pPr>
            <a:r>
              <a:rPr lang="en-US" altLang="zh-CN" sz="1600" b="0" i="0">
                <a:solidFill>
                  <a:schemeClr val="tx1"/>
                </a:solidFill>
                <a:latin typeface="新宋体" charset="0"/>
                <a:ea typeface="新宋体" charset="0"/>
                <a:cs typeface="新宋体" charset="0"/>
              </a:rPr>
              <a:t>基数（Cardinality）：连线旁标注 1、N</a:t>
            </a:r>
            <a:r>
              <a:rPr lang="en-US" altLang="zh-CN" sz="1600" b="0" i="0">
                <a:solidFill>
                  <a:schemeClr val="tx1"/>
                </a:solidFill>
                <a:latin typeface="新宋体" charset="0"/>
                <a:ea typeface="新宋体" charset="0"/>
                <a:cs typeface="新宋体" charset="0"/>
              </a:rPr>
              <a:t>、0..1</a:t>
            </a:r>
            <a:endParaRPr lang="en-US" altLang="zh-CN" sz="1600" b="0" i="0">
              <a:solidFill>
                <a:schemeClr val="tx1"/>
              </a:solidFill>
              <a:latin typeface="新宋体" charset="0"/>
              <a:ea typeface="新宋体" charset="0"/>
              <a:cs typeface="新宋体" charset="0"/>
            </a:endParaRPr>
          </a:p>
          <a:p>
            <a:pPr marL="0" indent="0">
              <a:spcBef>
                <a:spcPts val="200"/>
              </a:spcBef>
              <a:buFont typeface="Arial" panose="020B0604020202090204"/>
              <a:buChar char="•"/>
            </a:pPr>
            <a:endParaRPr lang="en-US" altLang="zh-CN" sz="1600" b="0" i="0">
              <a:solidFill>
                <a:schemeClr val="tx1"/>
              </a:solidFill>
              <a:latin typeface="新宋体" charset="0"/>
              <a:ea typeface="新宋体" charset="0"/>
              <a:cs typeface="新宋体" charset="0"/>
            </a:endParaRPr>
          </a:p>
          <a:p>
            <a:pPr marL="0" indent="0">
              <a:spcBef>
                <a:spcPts val="200"/>
              </a:spcBef>
              <a:buFont typeface="Arial" panose="020B0604020202090204"/>
              <a:buChar char="•"/>
            </a:pPr>
            <a:endParaRPr lang="en-US" altLang="zh-CN" sz="1600" b="0" i="0">
              <a:solidFill>
                <a:schemeClr val="tx1"/>
              </a:solidFill>
              <a:latin typeface="新宋体" charset="0"/>
              <a:ea typeface="新宋体" charset="0"/>
              <a:cs typeface="新宋体" charset="0"/>
            </a:endParaRPr>
          </a:p>
          <a:p>
            <a:pPr marL="0" indent="0">
              <a:spcBef>
                <a:spcPts val="200"/>
              </a:spcBef>
              <a:buFont typeface="Arial" panose="020B0604020202090204"/>
              <a:buChar char="•"/>
            </a:pPr>
            <a:endParaRPr lang="en-US" altLang="zh-CN" sz="1600" b="0" i="0">
              <a:solidFill>
                <a:schemeClr val="tx1"/>
              </a:solidFill>
              <a:latin typeface="新宋体" charset="0"/>
              <a:ea typeface="新宋体" charset="0"/>
              <a:cs typeface="新宋体" charset="0"/>
            </a:endParaRPr>
          </a:p>
          <a:p>
            <a:pPr marL="0" indent="0">
              <a:spcBef>
                <a:spcPts val="200"/>
              </a:spcBef>
              <a:buFont typeface="Arial" panose="020B0604020202090204"/>
              <a:buChar char="•"/>
            </a:pPr>
            <a:r>
              <a:rPr lang="zh-CN" altLang="en-US" sz="1600" b="0" i="0">
                <a:solidFill>
                  <a:schemeClr val="tx1"/>
                </a:solidFill>
                <a:latin typeface="新宋体" charset="0"/>
                <a:ea typeface="新宋体" charset="0"/>
                <a:cs typeface="新宋体" charset="0"/>
              </a:rPr>
              <a:t>右图</a:t>
            </a:r>
            <a:r>
              <a:rPr lang="en-US" altLang="zh-CN" sz="1600" b="0" i="0">
                <a:solidFill>
                  <a:schemeClr val="tx1"/>
                </a:solidFill>
                <a:latin typeface="新宋体" charset="0"/>
                <a:ea typeface="新宋体" charset="0"/>
                <a:cs typeface="新宋体" charset="0"/>
              </a:rPr>
              <a:t>：</a:t>
            </a:r>
            <a:r>
              <a:rPr lang="zh-CN" altLang="en-US" sz="1600" b="0" i="0">
                <a:solidFill>
                  <a:schemeClr val="tx1"/>
                </a:solidFill>
                <a:latin typeface="新宋体" charset="0"/>
                <a:ea typeface="新宋体" charset="0"/>
                <a:cs typeface="新宋体" charset="0"/>
              </a:rPr>
              <a:t>子图</a:t>
            </a:r>
            <a:r>
              <a:rPr lang="en-US" altLang="zh-CN" sz="1600" b="0" i="0">
                <a:solidFill>
                  <a:schemeClr val="tx1"/>
                </a:solidFill>
                <a:latin typeface="新宋体" charset="0"/>
                <a:ea typeface="新宋体" charset="0"/>
                <a:cs typeface="新宋体" charset="0"/>
              </a:rPr>
              <a:t> A</a:t>
            </a:r>
            <a:endParaRPr lang="en-US" altLang="zh-CN" sz="1600" b="0" i="0">
              <a:solidFill>
                <a:schemeClr val="tx1"/>
              </a:solidFill>
              <a:latin typeface="新宋体" charset="0"/>
              <a:ea typeface="新宋体" charset="0"/>
              <a:cs typeface="新宋体" charset="0"/>
            </a:endParaRPr>
          </a:p>
          <a:p>
            <a:pPr marL="0" indent="0">
              <a:spcBef>
                <a:spcPts val="200"/>
              </a:spcBef>
              <a:buFont typeface="Arial" panose="020B0604020202090204"/>
              <a:buChar char="•"/>
            </a:pPr>
            <a:endParaRPr lang="en-US" altLang="zh-CN" sz="1600" b="0" i="0">
              <a:solidFill>
                <a:schemeClr val="tx1"/>
              </a:solidFill>
              <a:latin typeface="新宋体" charset="0"/>
              <a:ea typeface="新宋体" charset="0"/>
              <a:cs typeface="新宋体" charset="0"/>
            </a:endParaRPr>
          </a:p>
          <a:p>
            <a:pPr marL="0" indent="0">
              <a:spcBef>
                <a:spcPts val="200"/>
              </a:spcBef>
              <a:buFont typeface="Arial" panose="020B0604020202090204"/>
              <a:buChar char="•"/>
            </a:pPr>
            <a:r>
              <a:rPr lang="zh-CN" altLang="en-US" sz="1600" b="0" i="0">
                <a:solidFill>
                  <a:schemeClr val="tx1"/>
                </a:solidFill>
                <a:latin typeface="仿宋" charset="0"/>
                <a:ea typeface="仿宋" charset="0"/>
                <a:cs typeface="新宋体" charset="0"/>
              </a:rPr>
              <a:t>销售业务主链路</a:t>
            </a:r>
            <a:endParaRPr lang="zh-CN" altLang="en-US" sz="1600" b="0" i="0">
              <a:solidFill>
                <a:schemeClr val="tx1"/>
              </a:solidFill>
              <a:latin typeface="仿宋" charset="0"/>
              <a:ea typeface="仿宋" charset="0"/>
              <a:cs typeface="新宋体" charset="0"/>
            </a:endParaRPr>
          </a:p>
        </p:txBody>
      </p:sp>
      <p:pic>
        <p:nvPicPr>
          <p:cNvPr id="2" name="图片 1" descr="截屏2026-05-05 18.42.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9140" y="0"/>
            <a:ext cx="6372860" cy="68580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模型图</a:t>
            </a:r>
            <a:endParaRPr lang="en-US" altLang="zh-CN"/>
          </a:p>
        </p:txBody>
      </p:sp>
      <p:pic>
        <p:nvPicPr>
          <p:cNvPr id="4" name="图片 3" descr="截屏2026-05-05 18.42.5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4990" y="0"/>
            <a:ext cx="5744210" cy="6858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884555" y="1591310"/>
            <a:ext cx="6096000" cy="8813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spcBef>
                <a:spcPts val="200"/>
              </a:spcBef>
              <a:buFont typeface="Arial" panose="020B0604020202090204"/>
              <a:buChar char="•"/>
            </a:pPr>
            <a:r>
              <a:rPr lang="zh-CN" altLang="en-US" sz="1600">
                <a:latin typeface="新宋体" charset="0"/>
                <a:ea typeface="新宋体" charset="0"/>
                <a:cs typeface="新宋体" charset="0"/>
                <a:sym typeface="+mn-ea"/>
              </a:rPr>
              <a:t>右图</a:t>
            </a:r>
            <a:r>
              <a:rPr lang="en-US" altLang="zh-CN" sz="1600">
                <a:latin typeface="新宋体" charset="0"/>
                <a:ea typeface="新宋体" charset="0"/>
                <a:cs typeface="新宋体" charset="0"/>
                <a:sym typeface="+mn-ea"/>
              </a:rPr>
              <a:t>：</a:t>
            </a:r>
            <a:r>
              <a:rPr lang="zh-CN" altLang="en-US" sz="1600">
                <a:latin typeface="新宋体" charset="0"/>
                <a:ea typeface="新宋体" charset="0"/>
                <a:cs typeface="新宋体" charset="0"/>
                <a:sym typeface="+mn-ea"/>
              </a:rPr>
              <a:t>子图</a:t>
            </a:r>
            <a:r>
              <a:rPr lang="en-US" altLang="zh-CN" sz="1600">
                <a:latin typeface="新宋体" charset="0"/>
                <a:ea typeface="新宋体" charset="0"/>
                <a:cs typeface="新宋体" charset="0"/>
                <a:sym typeface="+mn-ea"/>
              </a:rPr>
              <a:t> </a:t>
            </a:r>
            <a:r>
              <a:rPr lang="en-US" altLang="zh-CN" sz="1600">
                <a:latin typeface="新宋体" charset="0"/>
                <a:ea typeface="新宋体" charset="0"/>
                <a:cs typeface="新宋体" charset="0"/>
                <a:sym typeface="+mn-ea"/>
              </a:rPr>
              <a:t>B</a:t>
            </a:r>
            <a:endParaRPr lang="en-US" altLang="zh-CN" sz="1600">
              <a:latin typeface="新宋体" charset="0"/>
              <a:ea typeface="新宋体" charset="0"/>
              <a:cs typeface="新宋体" charset="0"/>
              <a:sym typeface="+mn-ea"/>
            </a:endParaRPr>
          </a:p>
          <a:p>
            <a:pPr marL="0" indent="0">
              <a:spcBef>
                <a:spcPts val="200"/>
              </a:spcBef>
              <a:buFont typeface="Arial" panose="020B0604020202090204"/>
              <a:buChar char="•"/>
            </a:pPr>
            <a:endParaRPr lang="en-US" altLang="zh-CN" sz="1600">
              <a:latin typeface="新宋体" charset="0"/>
              <a:ea typeface="新宋体" charset="0"/>
              <a:cs typeface="新宋体" charset="0"/>
              <a:sym typeface="+mn-ea"/>
            </a:endParaRPr>
          </a:p>
          <a:p>
            <a:pPr marL="0" indent="0">
              <a:spcBef>
                <a:spcPts val="200"/>
              </a:spcBef>
              <a:buFont typeface="Arial" panose="020B0604020202090204"/>
              <a:buChar char="•"/>
            </a:pPr>
            <a:r>
              <a:rPr lang="zh-CN" altLang="en-US" sz="1600">
                <a:latin typeface="仿宋" charset="0"/>
                <a:ea typeface="仿宋" charset="0"/>
                <a:cs typeface="仿宋" charset="0"/>
                <a:sym typeface="+mn-ea"/>
              </a:rPr>
              <a:t>商品域的核心结构</a:t>
            </a:r>
            <a:endParaRPr lang="en-US" altLang="zh-CN" sz="1600">
              <a:latin typeface="新宋体" charset="0"/>
              <a:ea typeface="新宋体" charset="0"/>
              <a:cs typeface="新宋体" charset="0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模型图</a:t>
            </a:r>
            <a:endParaRPr lang="en-US" altLang="zh-CN"/>
          </a:p>
        </p:txBody>
      </p:sp>
      <p:pic>
        <p:nvPicPr>
          <p:cNvPr id="3" name="图片 2" descr="截屏2026-05-05 18.43.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60695" y="0"/>
            <a:ext cx="5935345" cy="6858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95960" y="1449705"/>
            <a:ext cx="6096000" cy="14249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spcBef>
                <a:spcPts val="200"/>
              </a:spcBef>
              <a:buFont typeface="Arial" panose="020B0604020202090204"/>
              <a:buChar char="•"/>
            </a:pPr>
            <a:r>
              <a:rPr lang="zh-CN" altLang="en-US" sz="1600">
                <a:latin typeface="新宋体" charset="0"/>
                <a:ea typeface="新宋体" charset="0"/>
                <a:cs typeface="新宋体" charset="0"/>
                <a:sym typeface="+mn-ea"/>
              </a:rPr>
              <a:t>右图</a:t>
            </a:r>
            <a:r>
              <a:rPr lang="en-US" altLang="zh-CN" sz="1600">
                <a:latin typeface="新宋体" charset="0"/>
                <a:ea typeface="新宋体" charset="0"/>
                <a:cs typeface="新宋体" charset="0"/>
                <a:sym typeface="+mn-ea"/>
              </a:rPr>
              <a:t>：</a:t>
            </a:r>
            <a:r>
              <a:rPr lang="zh-CN" altLang="en-US" sz="1600">
                <a:latin typeface="新宋体" charset="0"/>
                <a:ea typeface="新宋体" charset="0"/>
                <a:cs typeface="新宋体" charset="0"/>
                <a:sym typeface="+mn-ea"/>
              </a:rPr>
              <a:t>子图</a:t>
            </a:r>
            <a:r>
              <a:rPr lang="en-US" altLang="zh-CN" sz="1600">
                <a:latin typeface="新宋体" charset="0"/>
                <a:ea typeface="新宋体" charset="0"/>
                <a:cs typeface="新宋体" charset="0"/>
                <a:sym typeface="+mn-ea"/>
              </a:rPr>
              <a:t> C</a:t>
            </a:r>
            <a:endParaRPr lang="en-US" altLang="zh-CN" sz="1600">
              <a:latin typeface="新宋体" charset="0"/>
              <a:ea typeface="新宋体" charset="0"/>
              <a:cs typeface="新宋体" charset="0"/>
              <a:sym typeface="+mn-ea"/>
            </a:endParaRPr>
          </a:p>
          <a:p>
            <a:pPr marL="0" indent="0">
              <a:spcBef>
                <a:spcPts val="200"/>
              </a:spcBef>
              <a:buFont typeface="Arial" panose="020B0604020202090204"/>
              <a:buChar char="•"/>
            </a:pPr>
            <a:endParaRPr lang="en-US" altLang="zh-CN" sz="1600">
              <a:latin typeface="新宋体" charset="0"/>
              <a:ea typeface="新宋体" charset="0"/>
              <a:cs typeface="新宋体" charset="0"/>
              <a:sym typeface="+mn-ea"/>
            </a:endParaRPr>
          </a:p>
          <a:p>
            <a:pPr marL="0" indent="0">
              <a:spcBef>
                <a:spcPts val="200"/>
              </a:spcBef>
              <a:buFont typeface="Arial" panose="020B0604020202090204"/>
              <a:buChar char="•"/>
            </a:pPr>
            <a:r>
              <a:rPr lang="zh-CN" altLang="en-US" sz="1600">
                <a:latin typeface="仿宋" charset="0"/>
                <a:ea typeface="仿宋" charset="0"/>
                <a:cs typeface="仿宋" charset="0"/>
                <a:sym typeface="+mn-ea"/>
              </a:rPr>
              <a:t>图书</a:t>
            </a:r>
            <a:r>
              <a:rPr lang="en-US" altLang="zh-CN" sz="1600">
                <a:latin typeface="仿宋" charset="0"/>
                <a:ea typeface="仿宋" charset="0"/>
                <a:cs typeface="仿宋" charset="0"/>
                <a:sym typeface="+mn-ea"/>
              </a:rPr>
              <a:t>、</a:t>
            </a:r>
            <a:r>
              <a:rPr lang="zh-CN" altLang="en-US" sz="1600">
                <a:latin typeface="仿宋" charset="0"/>
                <a:ea typeface="仿宋" charset="0"/>
                <a:cs typeface="仿宋" charset="0"/>
                <a:sym typeface="+mn-ea"/>
              </a:rPr>
              <a:t>作者与译者</a:t>
            </a:r>
            <a:r>
              <a:rPr lang="zh-CN" altLang="en-US" sz="1600">
                <a:latin typeface="仿宋" charset="0"/>
                <a:ea typeface="仿宋" charset="0"/>
                <a:cs typeface="仿宋" charset="0"/>
                <a:sym typeface="+mn-ea"/>
              </a:rPr>
              <a:t>关系</a:t>
            </a:r>
            <a:endParaRPr lang="en-US" altLang="zh-CN" sz="1600">
              <a:latin typeface="新宋体" charset="0"/>
              <a:ea typeface="新宋体" charset="0"/>
              <a:cs typeface="新宋体" charset="0"/>
              <a:sym typeface="+mn-ea"/>
            </a:endParaRPr>
          </a:p>
          <a:p>
            <a:pPr marL="0" indent="0">
              <a:spcBef>
                <a:spcPts val="200"/>
              </a:spcBef>
              <a:buFont typeface="Arial" panose="020B0604020202090204"/>
              <a:buChar char="•"/>
            </a:pPr>
            <a:endParaRPr lang="en-US" altLang="zh-CN" sz="1600">
              <a:latin typeface="新宋体" charset="0"/>
              <a:ea typeface="新宋体" charset="0"/>
              <a:cs typeface="新宋体" charset="0"/>
              <a:sym typeface="+mn-ea"/>
            </a:endParaRPr>
          </a:p>
          <a:p>
            <a:pPr marL="0" indent="0">
              <a:spcBef>
                <a:spcPts val="200"/>
              </a:spcBef>
              <a:buFont typeface="Arial" panose="020B0604020202090204"/>
              <a:buNone/>
            </a:pPr>
            <a:endParaRPr lang="zh-CN" altLang="en-US" sz="1600">
              <a:latin typeface="仿宋" charset="0"/>
              <a:ea typeface="仿宋" charset="0"/>
              <a:cs typeface="仿宋" charset="0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模型图</a:t>
            </a:r>
            <a:endParaRPr lang="en-US" altLang="zh-CN"/>
          </a:p>
        </p:txBody>
      </p:sp>
      <p:pic>
        <p:nvPicPr>
          <p:cNvPr id="3" name="图片 2" descr="截屏2026-05-05 18.43.0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01745" y="0"/>
            <a:ext cx="6822440" cy="68580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48640" y="1505585"/>
            <a:ext cx="6096000" cy="8813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spcBef>
                <a:spcPts val="200"/>
              </a:spcBef>
              <a:buFont typeface="Arial" panose="020B0604020202090204"/>
              <a:buChar char="•"/>
            </a:pPr>
            <a:r>
              <a:rPr lang="zh-CN" altLang="en-US" sz="1600">
                <a:latin typeface="新宋体" charset="0"/>
                <a:ea typeface="新宋体" charset="0"/>
                <a:cs typeface="新宋体" charset="0"/>
                <a:sym typeface="+mn-ea"/>
              </a:rPr>
              <a:t>右图</a:t>
            </a:r>
            <a:r>
              <a:rPr lang="en-US" altLang="zh-CN" sz="1600">
                <a:latin typeface="新宋体" charset="0"/>
                <a:ea typeface="新宋体" charset="0"/>
                <a:cs typeface="新宋体" charset="0"/>
                <a:sym typeface="+mn-ea"/>
              </a:rPr>
              <a:t>：</a:t>
            </a:r>
            <a:r>
              <a:rPr lang="zh-CN" altLang="en-US" sz="1600">
                <a:latin typeface="新宋体" charset="0"/>
                <a:ea typeface="新宋体" charset="0"/>
                <a:cs typeface="新宋体" charset="0"/>
                <a:sym typeface="+mn-ea"/>
              </a:rPr>
              <a:t>子图</a:t>
            </a:r>
            <a:r>
              <a:rPr lang="en-US" altLang="zh-CN" sz="1600">
                <a:latin typeface="新宋体" charset="0"/>
                <a:ea typeface="新宋体" charset="0"/>
                <a:cs typeface="新宋体" charset="0"/>
                <a:sym typeface="+mn-ea"/>
              </a:rPr>
              <a:t> D</a:t>
            </a:r>
            <a:endParaRPr lang="en-US" altLang="zh-CN" sz="1600">
              <a:latin typeface="新宋体" charset="0"/>
              <a:ea typeface="新宋体" charset="0"/>
              <a:cs typeface="新宋体" charset="0"/>
              <a:sym typeface="+mn-ea"/>
            </a:endParaRPr>
          </a:p>
          <a:p>
            <a:pPr marL="0" indent="0">
              <a:spcBef>
                <a:spcPts val="200"/>
              </a:spcBef>
              <a:buFont typeface="Arial" panose="020B0604020202090204"/>
              <a:buChar char="•"/>
            </a:pPr>
            <a:endParaRPr lang="en-US" altLang="zh-CN" sz="1600">
              <a:latin typeface="新宋体" charset="0"/>
              <a:ea typeface="新宋体" charset="0"/>
              <a:cs typeface="新宋体" charset="0"/>
              <a:sym typeface="+mn-ea"/>
            </a:endParaRPr>
          </a:p>
          <a:p>
            <a:pPr marL="0" indent="0">
              <a:spcBef>
                <a:spcPts val="200"/>
              </a:spcBef>
              <a:buFont typeface="Arial" panose="020B0604020202090204"/>
              <a:buChar char="•"/>
            </a:pPr>
            <a:r>
              <a:rPr lang="zh-CN" altLang="en-US" sz="1600">
                <a:latin typeface="仿宋" charset="0"/>
                <a:ea typeface="仿宋" charset="0"/>
                <a:cs typeface="仿宋" charset="0"/>
                <a:sym typeface="+mn-ea"/>
              </a:rPr>
              <a:t>供货</a:t>
            </a:r>
            <a:r>
              <a:rPr lang="zh-CN" altLang="en-US" sz="1600">
                <a:latin typeface="仿宋" charset="0"/>
                <a:ea typeface="仿宋" charset="0"/>
                <a:cs typeface="仿宋" charset="0"/>
                <a:sym typeface="+mn-ea"/>
              </a:rPr>
              <a:t>关系</a:t>
            </a:r>
            <a:endParaRPr lang="zh-CN" altLang="en-US" sz="1600">
              <a:latin typeface="仿宋" charset="0"/>
              <a:ea typeface="仿宋" charset="0"/>
              <a:cs typeface="仿宋" charset="0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模型图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548640" y="1505585"/>
            <a:ext cx="6096000" cy="1153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spcBef>
                <a:spcPts val="200"/>
              </a:spcBef>
              <a:buFont typeface="Arial" panose="020B0604020202090204"/>
              <a:buChar char="•"/>
            </a:pPr>
            <a:r>
              <a:rPr lang="zh-CN" altLang="en-US" sz="1600">
                <a:latin typeface="新宋体" charset="0"/>
                <a:ea typeface="新宋体" charset="0"/>
                <a:cs typeface="新宋体" charset="0"/>
                <a:sym typeface="+mn-ea"/>
              </a:rPr>
              <a:t>右图</a:t>
            </a:r>
            <a:r>
              <a:rPr lang="en-US" altLang="zh-CN" sz="1600">
                <a:latin typeface="新宋体" charset="0"/>
                <a:ea typeface="新宋体" charset="0"/>
                <a:cs typeface="新宋体" charset="0"/>
                <a:sym typeface="+mn-ea"/>
              </a:rPr>
              <a:t>：</a:t>
            </a:r>
            <a:r>
              <a:rPr lang="zh-CN" altLang="en-US" sz="1600">
                <a:latin typeface="新宋体" charset="0"/>
                <a:ea typeface="新宋体" charset="0"/>
                <a:cs typeface="新宋体" charset="0"/>
                <a:sym typeface="+mn-ea"/>
              </a:rPr>
              <a:t>子图</a:t>
            </a:r>
            <a:r>
              <a:rPr lang="en-US" altLang="zh-CN" sz="1600">
                <a:latin typeface="新宋体" charset="0"/>
                <a:ea typeface="新宋体" charset="0"/>
                <a:cs typeface="新宋体" charset="0"/>
                <a:sym typeface="+mn-ea"/>
              </a:rPr>
              <a:t> </a:t>
            </a:r>
            <a:r>
              <a:rPr lang="en-US" altLang="zh-CN" sz="1600">
                <a:latin typeface="新宋体" charset="0"/>
                <a:ea typeface="新宋体" charset="0"/>
                <a:cs typeface="新宋体" charset="0"/>
                <a:sym typeface="+mn-ea"/>
              </a:rPr>
              <a:t>E</a:t>
            </a:r>
            <a:endParaRPr lang="en-US" altLang="zh-CN" sz="1600">
              <a:latin typeface="新宋体" charset="0"/>
              <a:ea typeface="新宋体" charset="0"/>
              <a:cs typeface="新宋体" charset="0"/>
              <a:sym typeface="+mn-ea"/>
            </a:endParaRPr>
          </a:p>
          <a:p>
            <a:pPr marL="0" indent="0">
              <a:spcBef>
                <a:spcPts val="200"/>
              </a:spcBef>
              <a:buFont typeface="Arial" panose="020B0604020202090204"/>
              <a:buChar char="•"/>
            </a:pPr>
            <a:endParaRPr lang="en-US" altLang="zh-CN" sz="1600">
              <a:latin typeface="新宋体" charset="0"/>
              <a:ea typeface="新宋体" charset="0"/>
              <a:cs typeface="新宋体" charset="0"/>
              <a:sym typeface="+mn-ea"/>
            </a:endParaRPr>
          </a:p>
          <a:p>
            <a:pPr marL="0" indent="0">
              <a:spcBef>
                <a:spcPts val="200"/>
              </a:spcBef>
              <a:buFont typeface="Arial" panose="020B0604020202090204"/>
              <a:buChar char="•"/>
            </a:pPr>
            <a:r>
              <a:rPr lang="en-US" altLang="zh-CN" sz="1600">
                <a:latin typeface="仿宋" charset="0"/>
                <a:ea typeface="仿宋" charset="0"/>
                <a:cs typeface="新宋体" charset="0"/>
                <a:sym typeface="+mn-ea"/>
              </a:rPr>
              <a:t>Category</a:t>
            </a:r>
            <a:r>
              <a:rPr lang="zh-CN" altLang="en-US" sz="1600">
                <a:latin typeface="仿宋" charset="0"/>
                <a:ea typeface="仿宋" charset="0"/>
                <a:cs typeface="新宋体" charset="0"/>
                <a:sym typeface="+mn-ea"/>
              </a:rPr>
              <a:t>分类自关联图</a:t>
            </a:r>
            <a:endParaRPr lang="zh-CN" altLang="en-US" sz="1600">
              <a:latin typeface="新宋体" charset="0"/>
              <a:ea typeface="新宋体" charset="0"/>
              <a:cs typeface="新宋体" charset="0"/>
              <a:sym typeface="+mn-ea"/>
            </a:endParaRPr>
          </a:p>
          <a:p>
            <a:pPr marL="0" indent="0">
              <a:spcBef>
                <a:spcPts val="200"/>
              </a:spcBef>
              <a:buFont typeface="Arial" panose="020B0604020202090204"/>
              <a:buChar char="•"/>
            </a:pPr>
            <a:endParaRPr lang="en-US" altLang="zh-CN" sz="1600">
              <a:latin typeface="仿宋" charset="0"/>
              <a:ea typeface="仿宋" charset="0"/>
              <a:cs typeface="仿宋" charset="0"/>
              <a:sym typeface="+mn-ea"/>
            </a:endParaRPr>
          </a:p>
        </p:txBody>
      </p:sp>
      <p:pic>
        <p:nvPicPr>
          <p:cNvPr id="6" name="图片 5" descr="截屏2026-05-05 22.30.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01365" y="815340"/>
            <a:ext cx="8194675" cy="480885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模型图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695960" y="1285875"/>
            <a:ext cx="6096000" cy="6089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spcBef>
                <a:spcPts val="200"/>
              </a:spcBef>
              <a:buFont typeface="Arial" panose="020B0604020202090204"/>
              <a:buChar char="•"/>
            </a:pPr>
            <a:r>
              <a:rPr lang="zh-CN" altLang="en-US" sz="1600">
                <a:latin typeface="新宋体" charset="0"/>
                <a:ea typeface="新宋体" charset="0"/>
                <a:cs typeface="新宋体" charset="0"/>
                <a:sym typeface="+mn-ea"/>
              </a:rPr>
              <a:t>下图</a:t>
            </a:r>
            <a:r>
              <a:rPr lang="en-US" altLang="zh-CN" sz="1600">
                <a:latin typeface="新宋体" charset="0"/>
                <a:ea typeface="新宋体" charset="0"/>
                <a:cs typeface="新宋体" charset="0"/>
                <a:sym typeface="+mn-ea"/>
              </a:rPr>
              <a:t>：</a:t>
            </a:r>
            <a:r>
              <a:rPr lang="zh-CN" altLang="en-US" sz="1600">
                <a:latin typeface="新宋体" charset="0"/>
                <a:ea typeface="新宋体" charset="0"/>
                <a:cs typeface="新宋体" charset="0"/>
                <a:sym typeface="+mn-ea"/>
              </a:rPr>
              <a:t>子图</a:t>
            </a:r>
            <a:r>
              <a:rPr lang="en-US" altLang="zh-CN" sz="1600">
                <a:latin typeface="新宋体" charset="0"/>
                <a:ea typeface="新宋体" charset="0"/>
                <a:cs typeface="新宋体" charset="0"/>
                <a:sym typeface="+mn-ea"/>
              </a:rPr>
              <a:t> </a:t>
            </a:r>
            <a:r>
              <a:rPr lang="en-US" altLang="zh-CN" sz="1600">
                <a:latin typeface="新宋体" charset="0"/>
                <a:ea typeface="新宋体" charset="0"/>
                <a:cs typeface="新宋体" charset="0"/>
                <a:sym typeface="+mn-ea"/>
              </a:rPr>
              <a:t>F</a:t>
            </a:r>
            <a:endParaRPr lang="en-US" altLang="zh-CN" sz="1600">
              <a:latin typeface="新宋体" charset="0"/>
              <a:ea typeface="新宋体" charset="0"/>
              <a:cs typeface="新宋体" charset="0"/>
              <a:sym typeface="+mn-ea"/>
            </a:endParaRPr>
          </a:p>
          <a:p>
            <a:pPr marL="0" indent="0">
              <a:spcBef>
                <a:spcPts val="200"/>
              </a:spcBef>
              <a:buFont typeface="Arial" panose="020B0604020202090204"/>
              <a:buChar char="•"/>
            </a:pPr>
            <a:r>
              <a:rPr lang="zh-CN" altLang="en-US" sz="1600">
                <a:latin typeface="仿宋" charset="0"/>
                <a:ea typeface="仿宋" charset="0"/>
                <a:cs typeface="仿宋" charset="0"/>
                <a:sym typeface="+mn-ea"/>
              </a:rPr>
              <a:t>库存</a:t>
            </a:r>
            <a:r>
              <a:rPr lang="en-US" altLang="zh-CN" sz="1600">
                <a:latin typeface="仿宋" charset="0"/>
                <a:ea typeface="仿宋" charset="0"/>
                <a:cs typeface="仿宋" charset="0"/>
                <a:sym typeface="+mn-ea"/>
              </a:rPr>
              <a:t> + </a:t>
            </a:r>
            <a:r>
              <a:rPr lang="zh-CN" altLang="en-US" sz="1600">
                <a:latin typeface="仿宋" charset="0"/>
                <a:ea typeface="仿宋" charset="0"/>
                <a:cs typeface="仿宋" charset="0"/>
                <a:sym typeface="+mn-ea"/>
              </a:rPr>
              <a:t>销售</a:t>
            </a:r>
            <a:r>
              <a:rPr lang="en-US" altLang="zh-CN" sz="1600">
                <a:latin typeface="仿宋" charset="0"/>
                <a:ea typeface="仿宋" charset="0"/>
                <a:cs typeface="仿宋" charset="0"/>
                <a:sym typeface="+mn-ea"/>
              </a:rPr>
              <a:t> + </a:t>
            </a:r>
            <a:r>
              <a:rPr lang="zh-CN" altLang="en-US" sz="1600">
                <a:latin typeface="仿宋" charset="0"/>
                <a:ea typeface="仿宋" charset="0"/>
                <a:cs typeface="仿宋" charset="0"/>
                <a:sym typeface="+mn-ea"/>
              </a:rPr>
              <a:t>采购</a:t>
            </a:r>
            <a:endParaRPr lang="zh-CN" altLang="en-US" sz="1600">
              <a:latin typeface="仿宋" charset="0"/>
              <a:ea typeface="仿宋" charset="0"/>
              <a:cs typeface="仿宋" charset="0"/>
              <a:sym typeface="+mn-ea"/>
            </a:endParaRPr>
          </a:p>
        </p:txBody>
      </p:sp>
      <p:pic>
        <p:nvPicPr>
          <p:cNvPr id="11" name="图片 10" descr="截屏2026-05-05 22.32.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0" y="2100580"/>
            <a:ext cx="12189460" cy="475742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模型图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548640" y="1505585"/>
            <a:ext cx="6096000" cy="8813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spcBef>
                <a:spcPts val="200"/>
              </a:spcBef>
              <a:buFont typeface="Arial" panose="020B0604020202090204"/>
              <a:buChar char="•"/>
            </a:pPr>
            <a:r>
              <a:rPr lang="zh-CN" altLang="en-US" sz="1600">
                <a:latin typeface="新宋体" charset="0"/>
                <a:ea typeface="新宋体" charset="0"/>
                <a:cs typeface="新宋体" charset="0"/>
                <a:sym typeface="+mn-ea"/>
              </a:rPr>
              <a:t>右图</a:t>
            </a:r>
            <a:r>
              <a:rPr lang="en-US" altLang="zh-CN" sz="1600">
                <a:latin typeface="新宋体" charset="0"/>
                <a:ea typeface="新宋体" charset="0"/>
                <a:cs typeface="新宋体" charset="0"/>
                <a:sym typeface="+mn-ea"/>
              </a:rPr>
              <a:t>：</a:t>
            </a:r>
            <a:r>
              <a:rPr lang="zh-CN" altLang="en-US" sz="1600">
                <a:latin typeface="新宋体" charset="0"/>
                <a:ea typeface="新宋体" charset="0"/>
                <a:cs typeface="新宋体" charset="0"/>
                <a:sym typeface="+mn-ea"/>
              </a:rPr>
              <a:t>子图</a:t>
            </a:r>
            <a:r>
              <a:rPr lang="en-US" altLang="zh-CN" sz="1600">
                <a:latin typeface="新宋体" charset="0"/>
                <a:ea typeface="新宋体" charset="0"/>
                <a:cs typeface="新宋体" charset="0"/>
                <a:sym typeface="+mn-ea"/>
              </a:rPr>
              <a:t> </a:t>
            </a:r>
            <a:r>
              <a:rPr lang="en-US" altLang="zh-CN" sz="1600">
                <a:latin typeface="新宋体" charset="0"/>
                <a:ea typeface="新宋体" charset="0"/>
                <a:cs typeface="新宋体" charset="0"/>
                <a:sym typeface="+mn-ea"/>
              </a:rPr>
              <a:t>G</a:t>
            </a:r>
            <a:endParaRPr lang="en-US" altLang="zh-CN" sz="1600">
              <a:latin typeface="新宋体" charset="0"/>
              <a:ea typeface="新宋体" charset="0"/>
              <a:cs typeface="新宋体" charset="0"/>
              <a:sym typeface="+mn-ea"/>
            </a:endParaRPr>
          </a:p>
          <a:p>
            <a:pPr marL="0" indent="0">
              <a:spcBef>
                <a:spcPts val="200"/>
              </a:spcBef>
              <a:buFont typeface="Arial" panose="020B0604020202090204"/>
              <a:buChar char="•"/>
            </a:pPr>
            <a:endParaRPr lang="en-US" altLang="zh-CN" sz="1600">
              <a:latin typeface="新宋体" charset="0"/>
              <a:ea typeface="新宋体" charset="0"/>
              <a:cs typeface="新宋体" charset="0"/>
              <a:sym typeface="+mn-ea"/>
            </a:endParaRPr>
          </a:p>
          <a:p>
            <a:pPr marL="0" indent="0">
              <a:spcBef>
                <a:spcPts val="200"/>
              </a:spcBef>
              <a:buFont typeface="Arial" panose="020B0604020202090204"/>
              <a:buChar char="•"/>
            </a:pPr>
            <a:r>
              <a:rPr lang="zh-CN" altLang="en-US" sz="1600">
                <a:latin typeface="仿宋" charset="0"/>
                <a:ea typeface="仿宋" charset="0"/>
                <a:cs typeface="仿宋" charset="0"/>
                <a:sym typeface="+mn-ea"/>
              </a:rPr>
              <a:t>权限</a:t>
            </a:r>
            <a:r>
              <a:rPr lang="zh-CN" altLang="en-US" sz="1600">
                <a:latin typeface="仿宋" charset="0"/>
                <a:ea typeface="仿宋" charset="0"/>
                <a:cs typeface="仿宋" charset="0"/>
                <a:sym typeface="+mn-ea"/>
              </a:rPr>
              <a:t>控制</a:t>
            </a:r>
            <a:endParaRPr lang="zh-CN" altLang="en-US" sz="1600">
              <a:latin typeface="仿宋" charset="0"/>
              <a:ea typeface="仿宋" charset="0"/>
              <a:cs typeface="仿宋" charset="0"/>
              <a:sym typeface="+mn-ea"/>
            </a:endParaRPr>
          </a:p>
        </p:txBody>
      </p:sp>
      <p:pic>
        <p:nvPicPr>
          <p:cNvPr id="10" name="图片 9" descr="截屏2026-05-05 22.30.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0805" y="1661160"/>
            <a:ext cx="9373235" cy="386715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2"/>
            <p:custDataLst>
              <p:tags r:id="rId1"/>
            </p:custDataLst>
          </p:nvPr>
        </p:nvSpPr>
        <p:spPr/>
        <p:txBody>
          <a:bodyPr>
            <a:normAutofit fontScale="87500"/>
          </a:bodyPr>
          <a:lstStyle/>
          <a:p>
            <a:r>
              <a:rPr lang="zh-CN" altLang="en-US"/>
              <a:t>0</a:t>
            </a:r>
            <a:r>
              <a:t>4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数据库</a:t>
            </a:r>
            <a:r>
              <a:rPr lang="zh-CN" altLang="en-US"/>
              <a:t>设计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数据库</a:t>
            </a:r>
            <a:r>
              <a:rPr lang="zh-CN" altLang="en-US"/>
              <a:t>设计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210560" y="908050"/>
            <a:ext cx="3435985" cy="605155"/>
          </a:xfrm>
          <a:prstGeom prst="rect">
            <a:avLst/>
          </a:prstGeom>
        </p:spPr>
        <p:txBody>
          <a:bodyPr>
            <a:noAutofit/>
          </a:bodyPr>
          <a:p>
            <a:pPr marL="0" algn="l">
              <a:buClrTx/>
              <a:buSzTx/>
              <a:buFontTx/>
            </a:pPr>
            <a:r>
              <a:rPr lang="zh-CN" altLang="en-US" sz="1800" b="1" i="0">
                <a:solidFill>
                  <a:schemeClr val="tx1"/>
                </a:solidFill>
                <a:uFillTx/>
                <a:latin typeface="新宋体" charset="0"/>
                <a:ea typeface="新宋体" charset="0"/>
                <a:cs typeface="新宋体" charset="0"/>
              </a:rPr>
              <a:t>表清单总览与约束汇总：</a:t>
            </a:r>
            <a:endParaRPr lang="zh-CN" altLang="en-US" sz="1800" b="1" i="0">
              <a:solidFill>
                <a:schemeClr val="tx1"/>
              </a:solidFill>
              <a:uFillTx/>
              <a:latin typeface="新宋体" charset="0"/>
              <a:ea typeface="新宋体" charset="0"/>
              <a:cs typeface="新宋体" charset="0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5249545" y="2025015"/>
          <a:ext cx="6391275" cy="2658745"/>
        </p:xfrm>
        <a:graphic>
          <a:graphicData uri="http://schemas.openxmlformats.org/drawingml/2006/table">
            <a:tbl>
              <a:tblPr/>
              <a:tblGrid>
                <a:gridCol w="1261110"/>
                <a:gridCol w="755015"/>
                <a:gridCol w="4375095"/>
              </a:tblGrid>
              <a:tr h="365760">
                <a:tc>
                  <a:txBody>
                    <a:bodyPr/>
                    <a:p>
                      <a:pPr algn="l"/>
                      <a:r>
                        <a:rPr lang="zh-CN" altLang="en-US" sz="1400" b="1">
                          <a:solidFill>
                            <a:schemeClr val="tx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模块</a:t>
                      </a:r>
                      <a:endParaRPr lang="zh-CN" altLang="en-US" sz="1400" b="1">
                        <a:solidFill>
                          <a:schemeClr val="tx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400" b="1">
                          <a:solidFill>
                            <a:schemeClr val="tx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表数量</a:t>
                      </a:r>
                      <a:endParaRPr lang="zh-CN" altLang="en-US" sz="1400" b="1">
                        <a:solidFill>
                          <a:schemeClr val="tx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400" b="1">
                          <a:solidFill>
                            <a:schemeClr val="tx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表名 / 说明</a:t>
                      </a:r>
                      <a:endParaRPr lang="zh-CN" altLang="en-US" sz="1400" b="1">
                        <a:solidFill>
                          <a:schemeClr val="tx1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42000" marR="42000" marT="24000" marB="240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l"/>
                      <a:r>
                        <a:rPr lang="zh-CN" altLang="en-US" sz="1400" b="1">
                          <a:solidFill>
                            <a:schemeClr val="tx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核心业务表</a:t>
                      </a:r>
                      <a:endParaRPr lang="zh-CN" altLang="en-US" sz="1400" b="1">
                        <a:solidFill>
                          <a:schemeClr val="tx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400">
                          <a:solidFill>
                            <a:schemeClr val="tx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15</a:t>
                      </a:r>
                      <a:endParaRPr lang="zh-CN" altLang="en-US" sz="1400">
                        <a:solidFill>
                          <a:schemeClr val="tx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400">
                          <a:solidFill>
                            <a:schemeClr val="tx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store、supplier、supplier_product、category、product、book、publisher、author、translator、book_author、book_translator、customer、member、sale、sale_item</a:t>
                      </a:r>
                      <a:endParaRPr lang="zh-CN" altLang="en-US" sz="1400">
                        <a:solidFill>
                          <a:schemeClr val="tx1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42000" marR="42000" marT="24000" marB="240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l"/>
                      <a:r>
                        <a:rPr lang="zh-CN" altLang="en-US" sz="1400" b="1">
                          <a:solidFill>
                            <a:schemeClr val="tx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权限控制</a:t>
                      </a:r>
                      <a:endParaRPr lang="zh-CN" altLang="en-US" sz="1400" b="1">
                        <a:solidFill>
                          <a:schemeClr val="tx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400">
                          <a:solidFill>
                            <a:schemeClr val="tx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5</a:t>
                      </a:r>
                      <a:endParaRPr lang="zh-CN" altLang="en-US" sz="1400">
                        <a:solidFill>
                          <a:schemeClr val="tx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400">
                          <a:solidFill>
                            <a:schemeClr val="tx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system_user、role、permission、user_role、role_permission</a:t>
                      </a:r>
                      <a:endParaRPr lang="zh-CN" altLang="en-US" sz="1400">
                        <a:solidFill>
                          <a:schemeClr val="tx1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42000" marR="42000" marT="24000" marB="240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50545">
                <a:tc>
                  <a:txBody>
                    <a:bodyPr/>
                    <a:p>
                      <a:pPr algn="l"/>
                      <a:r>
                        <a:rPr lang="zh-CN" altLang="en-US" sz="1400" b="1">
                          <a:solidFill>
                            <a:schemeClr val="tx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采购入库</a:t>
                      </a:r>
                      <a:endParaRPr lang="zh-CN" altLang="en-US" sz="1400" b="1">
                        <a:solidFill>
                          <a:schemeClr val="tx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400">
                          <a:solidFill>
                            <a:schemeClr val="tx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4</a:t>
                      </a:r>
                      <a:endParaRPr lang="zh-CN" altLang="en-US" sz="1400">
                        <a:solidFill>
                          <a:schemeClr val="tx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400">
                          <a:solidFill>
                            <a:schemeClr val="tx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purchase_order、purchase_order_item、stock_in、stock_in_item</a:t>
                      </a:r>
                      <a:endParaRPr lang="zh-CN" altLang="en-US" sz="1400">
                        <a:solidFill>
                          <a:schemeClr val="tx1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42000" marR="42000" marT="24000" marB="240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l"/>
                      <a:r>
                        <a:rPr lang="zh-CN" altLang="en-US" sz="1400" b="1">
                          <a:solidFill>
                            <a:schemeClr val="tx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门店库存</a:t>
                      </a:r>
                      <a:endParaRPr lang="zh-CN" altLang="en-US" sz="1400" b="1">
                        <a:solidFill>
                          <a:schemeClr val="tx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400">
                          <a:solidFill>
                            <a:schemeClr val="tx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1</a:t>
                      </a:r>
                      <a:endParaRPr lang="zh-CN" altLang="en-US" sz="1400">
                        <a:solidFill>
                          <a:schemeClr val="tx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400">
                          <a:solidFill>
                            <a:schemeClr val="tx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inventory</a:t>
                      </a: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（</a:t>
                      </a:r>
                      <a:r>
                        <a:rPr lang="zh-CN" altLang="en-US" sz="1400">
                          <a:solidFill>
                            <a:schemeClr val="tx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按 store_id + product_id 维护门店库存</a:t>
                      </a:r>
                      <a:r>
                        <a:rPr lang="en-US" altLang="zh-CN" sz="1400">
                          <a:solidFill>
                            <a:schemeClr val="tx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）</a:t>
                      </a:r>
                      <a:endParaRPr lang="en-US" altLang="zh-CN" sz="1400">
                        <a:solidFill>
                          <a:schemeClr val="tx1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42000" marR="42000" marT="24000" marB="240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2" name="表格 11"/>
          <p:cNvGraphicFramePr/>
          <p:nvPr>
            <p:custDataLst>
              <p:tags r:id="rId2"/>
            </p:custDataLst>
          </p:nvPr>
        </p:nvGraphicFramePr>
        <p:xfrm>
          <a:off x="968375" y="1764030"/>
          <a:ext cx="3640455" cy="4005580"/>
        </p:xfrm>
        <a:graphic>
          <a:graphicData uri="http://schemas.openxmlformats.org/drawingml/2006/table">
            <a:tbl>
              <a:tblPr/>
              <a:tblGrid>
                <a:gridCol w="1096645"/>
                <a:gridCol w="2543810"/>
              </a:tblGrid>
              <a:tr h="563880">
                <a:tc>
                  <a:txBody>
                    <a:bodyPr/>
                    <a:p>
                      <a:pPr algn="l"/>
                      <a:r>
                        <a:rPr lang="zh-CN" altLang="en-US" sz="1400" b="1">
                          <a:solidFill>
                            <a:schemeClr val="tx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约束类型</a:t>
                      </a:r>
                      <a:endParaRPr lang="zh-CN" altLang="en-US" sz="1400" b="1">
                        <a:solidFill>
                          <a:schemeClr val="tx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400" b="1">
                          <a:solidFill>
                            <a:schemeClr val="tx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设计策略</a:t>
                      </a:r>
                      <a:endParaRPr lang="zh-CN" altLang="en-US" sz="1400" b="1">
                        <a:solidFill>
                          <a:schemeClr val="tx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/>
                      <a:r>
                        <a:rPr lang="zh-CN" altLang="en-US" sz="1400" b="1">
                          <a:solidFill>
                            <a:schemeClr val="tx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主键约束</a:t>
                      </a:r>
                      <a:endParaRPr lang="zh-CN" altLang="en-US" sz="1400" b="1">
                        <a:solidFill>
                          <a:schemeClr val="tx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400">
                          <a:solidFill>
                            <a:schemeClr val="tx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每表设置主键；book、member 使用共享主键；中间表使用复合主键</a:t>
                      </a:r>
                      <a:endParaRPr lang="zh-CN" altLang="en-US" sz="1400">
                        <a:solidFill>
                          <a:schemeClr val="tx1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42000" marR="42000" marT="24000" marB="240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/>
                      <a:r>
                        <a:rPr lang="zh-CN" altLang="en-US" sz="1400" b="1">
                          <a:solidFill>
                            <a:schemeClr val="tx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外键约束</a:t>
                      </a:r>
                      <a:endParaRPr lang="zh-CN" altLang="en-US" sz="1400" b="1">
                        <a:solidFill>
                          <a:schemeClr val="tx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400">
                          <a:solidFill>
                            <a:schemeClr val="tx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权限、采购、入库、销售、库存关系全部外键化，防止孤儿数据</a:t>
                      </a:r>
                      <a:endParaRPr lang="zh-CN" altLang="en-US" sz="1400">
                        <a:solidFill>
                          <a:schemeClr val="tx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/>
                      <a:r>
                        <a:rPr lang="zh-CN" altLang="en-US" sz="1400" b="1">
                          <a:solidFill>
                            <a:schemeClr val="tx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唯一约束</a:t>
                      </a:r>
                      <a:endParaRPr lang="zh-CN" altLang="en-US" sz="1400" b="1">
                        <a:solidFill>
                          <a:schemeClr val="tx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400">
                          <a:solidFill>
                            <a:schemeClr val="tx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ISBN、会员编号、门店名、分类名、用户名、权限编码等关键字段唯一</a:t>
                      </a:r>
                      <a:endParaRPr lang="zh-CN" altLang="en-US" sz="1400">
                        <a:solidFill>
                          <a:schemeClr val="tx1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42000" marR="42000" marT="24000" marB="240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/>
                      <a:r>
                        <a:rPr lang="zh-CN" altLang="en-US" sz="1400" b="1">
                          <a:solidFill>
                            <a:schemeClr val="tx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非空约束</a:t>
                      </a:r>
                      <a:endParaRPr lang="zh-CN" altLang="en-US" sz="1400" b="1">
                        <a:solidFill>
                          <a:schemeClr val="tx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400">
                          <a:solidFill>
                            <a:schemeClr val="tx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必填业务字段统一 NOT NULL；sale.customer_id 可空支持散客</a:t>
                      </a:r>
                      <a:endParaRPr lang="zh-CN" altLang="en-US" sz="1400">
                        <a:solidFill>
                          <a:schemeClr val="tx1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42000" marR="42000" marT="24000" marB="240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/>
                      <a:r>
                        <a:rPr lang="zh-CN" altLang="en-US" sz="1400" b="1">
                          <a:solidFill>
                            <a:schemeClr val="tx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检查约束</a:t>
                      </a:r>
                      <a:endParaRPr lang="zh-CN" altLang="en-US" sz="1400" b="1">
                        <a:solidFill>
                          <a:schemeClr val="tx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400">
                          <a:solidFill>
                            <a:schemeClr val="tx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价格/数量/库存/积分非负或正数；金额等式、折扣上限与枚举状态作为业务规则说明</a:t>
                      </a:r>
                      <a:endParaRPr lang="zh-CN" altLang="en-US" sz="1400">
                        <a:solidFill>
                          <a:schemeClr val="tx1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42000" marR="42000" marT="24000" marB="240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数据库</a:t>
            </a:r>
            <a:r>
              <a:rPr lang="zh-CN" altLang="en-US"/>
              <a:t>设计</a:t>
            </a:r>
            <a:endParaRPr lang="zh-CN" altLang="en-US"/>
          </a:p>
        </p:txBody>
      </p:sp>
      <p:graphicFrame>
        <p:nvGraphicFramePr>
          <p:cNvPr id="4" name="表格 3"/>
          <p:cNvGraphicFramePr/>
          <p:nvPr/>
        </p:nvGraphicFramePr>
        <p:xfrm>
          <a:off x="2630170" y="1080135"/>
          <a:ext cx="9090025" cy="4754880"/>
        </p:xfrm>
        <a:graphic>
          <a:graphicData uri="http://schemas.openxmlformats.org/drawingml/2006/table">
            <a:tbl>
              <a:tblPr/>
              <a:tblGrid>
                <a:gridCol w="3434715"/>
                <a:gridCol w="1504950"/>
                <a:gridCol w="4150360"/>
              </a:tblGrid>
              <a:tr h="0">
                <a:tc>
                  <a:txBody>
                    <a:bodyPr/>
                    <a:p>
                      <a:pPr marL="0" indent="0" latinLnBrk="0"/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关系</a:t>
                      </a:r>
                      <a:endParaRPr lang="zh-CN" altLang="en-US" sz="1600" b="1" i="0">
                        <a:solidFill>
                          <a:srgbClr val="000000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基数</a:t>
                      </a:r>
                      <a:endParaRPr lang="zh-CN" altLang="en-US" sz="1600" b="1" i="0">
                        <a:solidFill>
                          <a:srgbClr val="000000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1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业务含义</a:t>
                      </a:r>
                      <a:endParaRPr lang="zh-CN" altLang="en-US" sz="1600" b="1" i="0">
                        <a:solidFill>
                          <a:srgbClr val="000000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Store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 &lt;-&gt; 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Sale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1 : N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一个门店产生多笔销售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Customer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 &lt;-&gt; 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Sale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1 : N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（可空）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客户可多次购买，销售可为散客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Sale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 &lt;-&gt; 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Sale_Item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1 : N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一笔销售包含多条明细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Product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 &lt;-&gt; 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Sale_Item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1 : N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商品可出现在多笔明细中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Category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 &lt;-&gt; 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Product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1 : N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一个分类下有多个商品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Supplier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 &lt;-&gt; 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Product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N : N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多供应商供同商品、同供应商供多商品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Product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 &lt;-&gt; 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Book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1 : 0..1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仅图书类商品才有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 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Book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 </a:t>
                      </a:r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记录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Publisher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 &lt;-&gt; 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Book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1 : N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一个出版社可出版多本书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Book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 &lt;-&gt; 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Author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N : N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一本书可多作者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Book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 &lt;-&gt; 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Translator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N : N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一本书可多译者或无译者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Customer</a:t>
                      </a:r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 &lt;-&gt; </a:t>
                      </a:r>
                      <a:r>
                        <a:rPr lang="en-US" altLang="zh-CN" sz="1600" b="0" i="0">
                          <a:solidFill>
                            <a:srgbClr val="000000"/>
                          </a:solidFill>
                          <a:latin typeface="仿宋" charset="0"/>
                          <a:ea typeface="仿宋" charset="0"/>
                        </a:rPr>
                        <a:t>Member</a:t>
                      </a:r>
                      <a:endParaRPr lang="en-US" altLang="zh-CN" sz="1600" b="0" i="0">
                        <a:solidFill>
                          <a:srgbClr val="000000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en-US" altLang="zh-CN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1 : 0..1</a:t>
                      </a:r>
                      <a:endParaRPr lang="en-US" altLang="zh-CN" sz="16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latinLnBrk="0"/>
                      <a:r>
                        <a:rPr lang="zh-CN" altLang="en-US" sz="1600" b="0" i="0">
                          <a:solidFill>
                            <a:srgbClr val="333333"/>
                          </a:solidFill>
                          <a:latin typeface="仿宋" charset="0"/>
                          <a:ea typeface="仿宋" charset="0"/>
                        </a:rPr>
                        <a:t>客户可升级为会员</a:t>
                      </a:r>
                      <a:endParaRPr lang="zh-CN" altLang="en-US" sz="1600" b="0" i="0">
                        <a:solidFill>
                          <a:srgbClr val="333333"/>
                        </a:solidFill>
                        <a:latin typeface="仿宋" charset="0"/>
                        <a:ea typeface="仿宋" charset="0"/>
                      </a:endParaRPr>
                    </a:p>
                  </a:txBody>
                  <a:tcPr marL="165417" marR="165417" marT="76517" marB="76517" anchor="ctr" anchorCtr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819785" y="1144270"/>
            <a:ext cx="23787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800">
                <a:uFillTx/>
                <a:latin typeface="仿宋" charset="0"/>
                <a:ea typeface="仿宋" charset="0"/>
                <a:cs typeface="新宋体" charset="0"/>
              </a:rPr>
              <a:t>主要关系基数</a:t>
            </a:r>
            <a:endParaRPr lang="zh-CN" altLang="en-US" sz="2800">
              <a:latin typeface="仿宋" charset="0"/>
              <a:ea typeface="仿宋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数据库设计</a:t>
            </a:r>
            <a:endParaRPr lang="zh-CN" altLang="en-US" sz="2800">
              <a:solidFill>
                <a:srgbClr val="11111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小标题"/>
          <p:cNvSpPr txBox="1"/>
          <p:nvPr/>
        </p:nvSpPr>
        <p:spPr>
          <a:xfrm>
            <a:off x="596505" y="1150510"/>
            <a:ext cx="10900000" cy="42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lang="zh-CN" altLang="en-US" sz="1750">
                <a:solidFill>
                  <a:schemeClr val="tx1"/>
                </a:solidFill>
                <a:latin typeface="仿宋" charset="0"/>
                <a:ea typeface="仿宋" charset="0"/>
                <a:cs typeface="微软雅黑"/>
              </a:rPr>
              <a:t>关系基数续表</a:t>
            </a:r>
            <a:r>
              <a:rPr lang="en-US" altLang="zh-CN" sz="1750">
                <a:solidFill>
                  <a:schemeClr val="tx1"/>
                </a:solidFill>
                <a:latin typeface="仿宋" charset="0"/>
                <a:ea typeface="仿宋" charset="0"/>
                <a:cs typeface="微软雅黑"/>
              </a:rPr>
              <a:t>：</a:t>
            </a:r>
            <a:r>
              <a:rPr lang="zh-CN" altLang="en-US" sz="1750">
                <a:solidFill>
                  <a:srgbClr val="555555"/>
                </a:solidFill>
                <a:latin typeface="仿宋" charset="0"/>
                <a:ea typeface="仿宋" charset="0"/>
                <a:cs typeface="微软雅黑"/>
                <a:sym typeface="+mn-ea"/>
              </a:rPr>
              <a:t>对应权限控制、采购入库记录和连锁门店库存维度</a:t>
            </a:r>
            <a:endParaRPr lang="zh-CN" altLang="en-US" sz="1750">
              <a:solidFill>
                <a:srgbClr val="555555"/>
              </a:solidFill>
              <a:latin typeface="仿宋" charset="0"/>
              <a:ea typeface="仿宋" charset="0"/>
              <a:cs typeface="微软雅黑"/>
            </a:endParaRPr>
          </a:p>
          <a:p>
            <a:pPr algn="l"/>
            <a:endParaRPr lang="en-US" altLang="zh-CN" sz="1750">
              <a:solidFill>
                <a:schemeClr val="tx1"/>
              </a:solidFill>
              <a:latin typeface="仿宋" charset="0"/>
              <a:ea typeface="仿宋" charset="0"/>
              <a:cs typeface="微软雅黑"/>
            </a:endParaRPr>
          </a:p>
        </p:txBody>
      </p:sp>
      <p:graphicFrame>
        <p:nvGraphicFramePr>
          <p:cNvPr id="5" name="表格 5"/>
          <p:cNvGraphicFramePr/>
          <p:nvPr/>
        </p:nvGraphicFramePr>
        <p:xfrm>
          <a:off x="620000" y="1640000"/>
          <a:ext cx="11400000" cy="4680000"/>
        </p:xfrm>
        <a:graphic>
          <a:graphicData uri="http://schemas.openxmlformats.org/drawingml/2006/table">
            <a:tbl>
              <a:tblPr firstRow="1" bandRow="1"/>
              <a:tblGrid>
                <a:gridCol w="3300000"/>
                <a:gridCol w="1500000"/>
                <a:gridCol w="6600000"/>
              </a:tblGrid>
              <a:tr h="36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chemeClr val="tx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关系</a:t>
                      </a:r>
                      <a:endParaRPr lang="zh-CN" altLang="en-US" sz="1400" b="1">
                        <a:solidFill>
                          <a:schemeClr val="tx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chemeClr val="tx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基数</a:t>
                      </a:r>
                      <a:endParaRPr lang="zh-CN" altLang="en-US" sz="1400" b="1">
                        <a:solidFill>
                          <a:schemeClr val="tx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chemeClr val="tx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业务含义</a:t>
                      </a:r>
                      <a:endParaRPr lang="zh-CN" altLang="en-US" sz="1400" b="1">
                        <a:solidFill>
                          <a:schemeClr val="tx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48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0">
                          <a:solidFill>
                            <a:schemeClr val="tx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system_user &lt;-&gt; role</a:t>
                      </a:r>
                      <a:endParaRPr lang="zh-CN" altLang="en-US" sz="1400" b="0">
                        <a:solidFill>
                          <a:schemeClr val="tx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0">
                          <a:solidFill>
                            <a:schemeClr val="tx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N : M</a:t>
                      </a:r>
                      <a:endParaRPr lang="zh-CN" altLang="en-US" sz="1400" b="0">
                        <a:solidFill>
                          <a:schemeClr val="tx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0">
                          <a:solidFill>
                            <a:schemeClr val="tx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一个用户可有多个角色，一个角色可分配给多个用户</a:t>
                      </a:r>
                      <a:endParaRPr lang="zh-CN" altLang="en-US" sz="1400" b="0">
                        <a:solidFill>
                          <a:schemeClr val="tx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48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0">
                          <a:solidFill>
                            <a:schemeClr val="tx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role &lt;-&gt; permission</a:t>
                      </a:r>
                      <a:endParaRPr lang="zh-CN" altLang="en-US" sz="1400" b="0">
                        <a:solidFill>
                          <a:schemeClr val="tx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0">
                          <a:solidFill>
                            <a:schemeClr val="tx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N : M</a:t>
                      </a:r>
                      <a:endParaRPr lang="zh-CN" altLang="en-US" sz="1400" b="0">
                        <a:solidFill>
                          <a:schemeClr val="tx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0">
                          <a:solidFill>
                            <a:schemeClr val="tx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一个角色拥有多个权限点，一个权限点可归属多个角色</a:t>
                      </a:r>
                      <a:endParaRPr lang="zh-CN" altLang="en-US" sz="1400" b="0">
                        <a:solidFill>
                          <a:schemeClr val="tx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48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0">
                          <a:solidFill>
                            <a:schemeClr val="tx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Supplier -&gt; Purchase_Order</a:t>
                      </a:r>
                      <a:endParaRPr lang="zh-CN" altLang="en-US" sz="1400" b="0">
                        <a:solidFill>
                          <a:schemeClr val="tx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0">
                          <a:solidFill>
                            <a:schemeClr val="tx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1 : N</a:t>
                      </a:r>
                      <a:endParaRPr lang="zh-CN" altLang="en-US" sz="1400" b="0">
                        <a:solidFill>
                          <a:schemeClr val="tx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0">
                          <a:solidFill>
                            <a:schemeClr val="tx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一个供应商可对应多张采购单</a:t>
                      </a:r>
                      <a:endParaRPr lang="zh-CN" altLang="en-US" sz="1400" b="0">
                        <a:solidFill>
                          <a:schemeClr val="tx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48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0">
                          <a:solidFill>
                            <a:schemeClr val="tx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Store -&gt; Purchase_Order</a:t>
                      </a:r>
                      <a:endParaRPr lang="zh-CN" altLang="en-US" sz="1400" b="0">
                        <a:solidFill>
                          <a:schemeClr val="tx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0">
                          <a:solidFill>
                            <a:schemeClr val="tx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1 : N</a:t>
                      </a:r>
                      <a:endParaRPr lang="zh-CN" altLang="en-US" sz="1400" b="0">
                        <a:solidFill>
                          <a:schemeClr val="tx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0">
                          <a:solidFill>
                            <a:schemeClr val="tx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采购单落到具体门店，支撑门店库存入库</a:t>
                      </a:r>
                      <a:endParaRPr lang="zh-CN" altLang="en-US" sz="1400" b="0">
                        <a:solidFill>
                          <a:schemeClr val="tx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48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0">
                          <a:solidFill>
                            <a:schemeClr val="tx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Purchase_Order -&gt; Purchase_Order_Item</a:t>
                      </a:r>
                      <a:endParaRPr lang="zh-CN" altLang="en-US" sz="1400" b="0">
                        <a:solidFill>
                          <a:schemeClr val="tx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0">
                          <a:solidFill>
                            <a:schemeClr val="tx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1 : N</a:t>
                      </a:r>
                      <a:endParaRPr lang="zh-CN" altLang="en-US" sz="1400" b="0">
                        <a:solidFill>
                          <a:schemeClr val="tx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0">
                          <a:solidFill>
                            <a:schemeClr val="tx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一张采购单包含多条采购明细</a:t>
                      </a:r>
                      <a:endParaRPr lang="zh-CN" altLang="en-US" sz="1400" b="0">
                        <a:solidFill>
                          <a:schemeClr val="tx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48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0">
                          <a:solidFill>
                            <a:schemeClr val="tx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Purchase_Order -&gt; Stock_In</a:t>
                      </a:r>
                      <a:endParaRPr lang="zh-CN" altLang="en-US" sz="1400" b="0">
                        <a:solidFill>
                          <a:schemeClr val="tx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0">
                          <a:solidFill>
                            <a:schemeClr val="tx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1 : 0..N</a:t>
                      </a:r>
                      <a:endParaRPr lang="zh-CN" altLang="en-US" sz="1400" b="0">
                        <a:solidFill>
                          <a:schemeClr val="tx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0">
                          <a:solidFill>
                            <a:schemeClr val="tx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采购到货后可生成入库单</a:t>
                      </a:r>
                      <a:endParaRPr lang="zh-CN" altLang="en-US" sz="1400" b="0">
                        <a:solidFill>
                          <a:schemeClr val="tx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48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0">
                          <a:solidFill>
                            <a:schemeClr val="tx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Stock_In -&gt; Stock_In_Item</a:t>
                      </a:r>
                      <a:endParaRPr lang="zh-CN" altLang="en-US" sz="1400" b="0">
                        <a:solidFill>
                          <a:schemeClr val="tx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0">
                          <a:solidFill>
                            <a:schemeClr val="tx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1 : N</a:t>
                      </a:r>
                      <a:endParaRPr lang="zh-CN" altLang="en-US" sz="1400" b="0">
                        <a:solidFill>
                          <a:schemeClr val="tx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0">
                          <a:solidFill>
                            <a:schemeClr val="tx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一张入库单包含多条入库明细</a:t>
                      </a:r>
                      <a:endParaRPr lang="zh-CN" altLang="en-US" sz="1400" b="0">
                        <a:solidFill>
                          <a:schemeClr val="tx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48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0">
                          <a:solidFill>
                            <a:schemeClr val="tx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Store + Product -&gt; Inventory</a:t>
                      </a:r>
                      <a:endParaRPr lang="zh-CN" altLang="en-US" sz="1400" b="0">
                        <a:solidFill>
                          <a:schemeClr val="tx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0">
                          <a:solidFill>
                            <a:schemeClr val="tx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1 : 1</a:t>
                      </a:r>
                      <a:endParaRPr lang="zh-CN" altLang="en-US" sz="1400" b="0">
                        <a:solidFill>
                          <a:schemeClr val="tx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0">
                          <a:solidFill>
                            <a:schemeClr val="tx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每个门店-商品组合维护一条库存记录</a:t>
                      </a:r>
                      <a:endParaRPr lang="zh-CN" altLang="en-US" sz="1400" b="0">
                        <a:solidFill>
                          <a:schemeClr val="tx1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42000" marR="42000" marT="24000" marB="24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48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0">
                          <a:solidFill>
                            <a:schemeClr val="tx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Sale_Item / Stock_In_Item -&gt; Inventory</a:t>
                      </a:r>
                      <a:endParaRPr lang="zh-CN" altLang="en-US" sz="1400" b="0">
                        <a:solidFill>
                          <a:schemeClr val="tx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0">
                          <a:solidFill>
                            <a:schemeClr val="tx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N : 1</a:t>
                      </a:r>
                      <a:endParaRPr lang="zh-CN" altLang="en-US" sz="1400" b="0">
                        <a:solidFill>
                          <a:schemeClr val="tx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0">
                          <a:solidFill>
                            <a:schemeClr val="tx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销售扣减库存，入库增加库存</a:t>
                      </a:r>
                      <a:endParaRPr lang="zh-CN" altLang="en-US" sz="1400" b="0">
                        <a:solidFill>
                          <a:schemeClr val="tx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数据库设计</a:t>
            </a:r>
            <a:endParaRPr lang="zh-CN" altLang="en-US" sz="2800">
              <a:solidFill>
                <a:srgbClr val="11111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小标题"/>
          <p:cNvSpPr txBox="1"/>
          <p:nvPr/>
        </p:nvSpPr>
        <p:spPr>
          <a:xfrm>
            <a:off x="620000" y="1150510"/>
            <a:ext cx="10900000" cy="42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lang="zh-CN" altLang="en-US" sz="1600" b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</a:rPr>
              <a:t>权限 / 采购 / 库存关系图</a:t>
            </a:r>
            <a:r>
              <a:rPr lang="en-US" altLang="zh-CN" sz="1600" b="1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</a:rPr>
              <a:t>：</a:t>
            </a:r>
            <a:r>
              <a:rPr lang="zh-CN" altLang="en-US" sz="1600">
                <a:solidFill>
                  <a:schemeClr val="tx1"/>
                </a:solidFill>
                <a:latin typeface="仿宋" charset="0"/>
                <a:ea typeface="仿宋" charset="0"/>
                <a:cs typeface="仿宋" charset="0"/>
                <a:sym typeface="+mn-ea"/>
              </a:rPr>
              <a:t>用三条链路说明权限、采购、库存相关表如何构成完整销售数据库模型。</a:t>
            </a:r>
            <a:endParaRPr lang="zh-CN" sz="1600">
              <a:solidFill>
                <a:schemeClr val="tx1"/>
              </a:solidFill>
              <a:latin typeface="仿宋" charset="0"/>
              <a:ea typeface="仿宋" charset="0"/>
              <a:cs typeface="仿宋" charset="0"/>
            </a:endParaRPr>
          </a:p>
          <a:p>
            <a:pPr algn="l"/>
            <a:endParaRPr lang="zh-CN" altLang="zh-CN" sz="1600" b="1">
              <a:solidFill>
                <a:schemeClr val="tx1"/>
              </a:solidFill>
              <a:latin typeface="仿宋" charset="0"/>
              <a:ea typeface="仿宋" charset="0"/>
              <a:cs typeface="仿宋" charset="0"/>
            </a:endParaRPr>
          </a:p>
        </p:txBody>
      </p:sp>
      <p:graphicFrame>
        <p:nvGraphicFramePr>
          <p:cNvPr id="5" name="表格 5"/>
          <p:cNvGraphicFramePr/>
          <p:nvPr/>
        </p:nvGraphicFramePr>
        <p:xfrm>
          <a:off x="620000" y="1640000"/>
          <a:ext cx="10405745" cy="4320000"/>
        </p:xfrm>
        <a:graphic>
          <a:graphicData uri="http://schemas.openxmlformats.org/drawingml/2006/table">
            <a:tbl>
              <a:tblPr firstRow="1" bandRow="1"/>
              <a:tblGrid>
                <a:gridCol w="844550"/>
                <a:gridCol w="7118985"/>
                <a:gridCol w="2442210"/>
              </a:tblGrid>
              <a:tr h="40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chemeClr val="tx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链路</a:t>
                      </a:r>
                      <a:endParaRPr lang="zh-CN" altLang="en-US" sz="1400" b="1">
                        <a:solidFill>
                          <a:schemeClr val="tx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chemeClr val="tx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关系表达</a:t>
                      </a:r>
                      <a:endParaRPr lang="zh-CN" altLang="en-US" sz="1400" b="1">
                        <a:solidFill>
                          <a:schemeClr val="tx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chemeClr val="tx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数据库落点</a:t>
                      </a:r>
                      <a:endParaRPr lang="zh-CN" altLang="en-US" sz="1400" b="1">
                        <a:solidFill>
                          <a:schemeClr val="tx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98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chemeClr val="tx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权限控制</a:t>
                      </a:r>
                      <a:endParaRPr lang="zh-CN" altLang="en-US" sz="1400" b="1">
                        <a:solidFill>
                          <a:schemeClr val="tx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chemeClr val="tx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system_user -&gt; user_role -&gt; role -&gt; role_permission -&gt; permission</a:t>
                      </a:r>
                      <a:endParaRPr lang="zh-CN" altLang="en-US" sz="1400">
                        <a:solidFill>
                          <a:schemeClr val="tx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chemeClr val="tx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登录用户通过角色获得模块权限；查询用户仅拥有只读权限</a:t>
                      </a:r>
                      <a:endParaRPr lang="zh-CN" altLang="en-US" sz="1400">
                        <a:solidFill>
                          <a:schemeClr val="tx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98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chemeClr val="tx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采购入库</a:t>
                      </a:r>
                      <a:endParaRPr lang="zh-CN" altLang="en-US" sz="1400" b="1">
                        <a:solidFill>
                          <a:schemeClr val="tx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chemeClr val="tx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supplier -&gt; purchase_order -&gt; purchase_order_item -&gt; stock_in -&gt; stock_in_item</a:t>
                      </a:r>
                      <a:endParaRPr lang="zh-CN" altLang="en-US" sz="1400">
                        <a:solidFill>
                          <a:schemeClr val="tx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chemeClr val="tx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采购记录与入库记录独立保存，supplier_product 只表示供货关系</a:t>
                      </a:r>
                      <a:endParaRPr lang="zh-CN" altLang="en-US" sz="1400">
                        <a:solidFill>
                          <a:schemeClr val="tx1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42000" marR="42000" marT="24000" marB="24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98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chemeClr val="tx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门店库存</a:t>
                      </a:r>
                      <a:endParaRPr lang="zh-CN" altLang="en-US" sz="1400" b="1">
                        <a:solidFill>
                          <a:schemeClr val="tx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chemeClr val="tx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store + product -&gt; inventory；sale_item 扣减，stock_in_item 增加</a:t>
                      </a:r>
                      <a:endParaRPr lang="zh-CN" altLang="en-US" sz="1400">
                        <a:solidFill>
                          <a:schemeClr val="tx1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42000" marR="42000" marT="24000" marB="24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chemeClr val="tx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库存不放在 product，全链路按 store_id + product_id 定位库存</a:t>
                      </a:r>
                      <a:endParaRPr lang="zh-CN" altLang="en-US" sz="1400">
                        <a:solidFill>
                          <a:schemeClr val="tx1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42000" marR="42000" marT="24000" marB="24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98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chemeClr val="tx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统计分析</a:t>
                      </a:r>
                      <a:endParaRPr lang="zh-CN" altLang="en-US" sz="1400" b="1">
                        <a:solidFill>
                          <a:schemeClr val="tx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chemeClr val="tx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sale / sale_item / product / store / member / inventory -&gt; view / aggregate query</a:t>
                      </a:r>
                      <a:endParaRPr lang="zh-CN" altLang="en-US" sz="1400">
                        <a:solidFill>
                          <a:schemeClr val="tx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chemeClr val="tx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不建冗余统计表，通过视图或聚合查询形成报表</a:t>
                      </a:r>
                      <a:endParaRPr lang="zh-CN" altLang="en-US" sz="1400">
                        <a:solidFill>
                          <a:schemeClr val="tx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2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THANK YOU</a:t>
            </a:r>
            <a:r>
              <a:t>！</a:t>
            </a:r>
          </a:p>
        </p:txBody>
      </p:sp>
    </p:spTree>
    <p:custDataLst>
      <p:tags r:id="rId2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2"/>
            <p:custDataLst>
              <p:tags r:id="rId1"/>
            </p:custDataLst>
          </p:nvPr>
        </p:nvSpPr>
        <p:spPr/>
        <p:txBody>
          <a:bodyPr>
            <a:normAutofit fontScale="87500"/>
          </a:bodyPr>
          <a:lstStyle/>
          <a:p>
            <a:r>
              <a:rPr lang="zh-CN" altLang="en-US"/>
              <a:t>0</a:t>
            </a:r>
            <a:r>
              <a:t>5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附录</a:t>
            </a:r>
            <a:r>
              <a:rPr lang="en-US" altLang="zh-CN"/>
              <a:t>：</a:t>
            </a:r>
            <a:r>
              <a:t>关系模式</a:t>
            </a:r>
            <a:r>
              <a:t>明细</a:t>
            </a:r>
          </a:p>
        </p:txBody>
      </p:sp>
    </p:spTree>
    <p:custDataLst>
      <p:tags r:id="rId3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数据库设计</a:t>
            </a:r>
            <a:endParaRPr lang="zh-CN" altLang="en-US" sz="2800">
              <a:solidFill>
                <a:srgbClr val="11111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小标题"/>
          <p:cNvSpPr txBox="1"/>
          <p:nvPr/>
        </p:nvSpPr>
        <p:spPr>
          <a:xfrm>
            <a:off x="500000" y="1083205"/>
            <a:ext cx="11200000" cy="36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lang="zh-CN" altLang="en-US" sz="1700" b="1">
                <a:solidFill>
                  <a:srgbClr val="1F4E5F"/>
                </a:solidFill>
                <a:latin typeface="微软雅黑"/>
                <a:ea typeface="微软雅黑"/>
                <a:cs typeface="微软雅黑"/>
              </a:rPr>
              <a:t>关系模式明细：store（门店）</a:t>
            </a:r>
            <a:endParaRPr lang="zh-CN" sz="1700"/>
          </a:p>
        </p:txBody>
      </p:sp>
      <p:sp>
        <p:nvSpPr>
          <p:cNvPr id="4" name="关系模式"/>
          <p:cNvSpPr txBox="1"/>
          <p:nvPr/>
        </p:nvSpPr>
        <p:spPr>
          <a:xfrm>
            <a:off x="500000" y="1546870"/>
            <a:ext cx="11200000" cy="30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zh-CN" altLang="en-US" b="1">
                <a:solidFill>
                  <a:srgbClr val="333333"/>
                </a:solidFill>
                <a:latin typeface="仿宋" charset="0"/>
                <a:ea typeface="仿宋" charset="0"/>
                <a:cs typeface="微软雅黑"/>
              </a:rPr>
              <a:t>store(store_id, store_name, city, address, phone, manager_name, created_at)</a:t>
            </a:r>
            <a:endParaRPr lang="zh-CN" altLang="en-US" b="1">
              <a:solidFill>
                <a:srgbClr val="333333"/>
              </a:solidFill>
              <a:latin typeface="仿宋" charset="0"/>
              <a:ea typeface="仿宋" charset="0"/>
              <a:cs typeface="微软雅黑"/>
            </a:endParaRPr>
          </a:p>
        </p:txBody>
      </p:sp>
      <p:sp>
        <p:nvSpPr>
          <p:cNvPr id="5" name="说明"/>
          <p:cNvSpPr txBox="1"/>
          <p:nvPr/>
        </p:nvSpPr>
        <p:spPr>
          <a:xfrm>
            <a:off x="499745" y="1899285"/>
            <a:ext cx="11200130" cy="360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zh-CN" altLang="en-US">
                <a:solidFill>
                  <a:srgbClr val="555555"/>
                </a:solidFill>
                <a:latin typeface="仿宋" charset="0"/>
                <a:ea typeface="仿宋" charset="0"/>
                <a:cs typeface="仿宋" charset="0"/>
              </a:rPr>
              <a:t>门店名称承担业务唯一标识，门店作为销售发生地点被 sale 引用。</a:t>
            </a:r>
            <a:endParaRPr lang="zh-CN" altLang="en-US">
              <a:solidFill>
                <a:srgbClr val="555555"/>
              </a:solidFill>
              <a:latin typeface="仿宋" charset="0"/>
              <a:ea typeface="仿宋" charset="0"/>
              <a:cs typeface="仿宋" charset="0"/>
            </a:endParaRPr>
          </a:p>
        </p:txBody>
      </p:sp>
      <p:graphicFrame>
        <p:nvGraphicFramePr>
          <p:cNvPr id="6" name="字段明细 6"/>
          <p:cNvGraphicFramePr/>
          <p:nvPr/>
        </p:nvGraphicFramePr>
        <p:xfrm>
          <a:off x="500000" y="2335150"/>
          <a:ext cx="11200000" cy="3990000"/>
        </p:xfrm>
        <a:graphic>
          <a:graphicData uri="http://schemas.openxmlformats.org/drawingml/2006/table">
            <a:tbl>
              <a:tblPr firstRow="1" bandRow="1"/>
              <a:tblGrid>
                <a:gridCol w="1420000"/>
                <a:gridCol w="1420000"/>
                <a:gridCol w="1320000"/>
                <a:gridCol w="520000"/>
                <a:gridCol w="2200000"/>
                <a:gridCol w="520000"/>
                <a:gridCol w="620000"/>
                <a:gridCol w="3180000"/>
              </a:tblGrid>
              <a:tr h="35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字段名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字段描述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数据类型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主键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外键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非空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唯一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CHECK / 说明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store_id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门店编号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BIGINT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是(PK)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lang="zh-CN" sz="1400">
                        <a:latin typeface="仿宋" charset="0"/>
                        <a:ea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store_name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门店名称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VARCHAR(100)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门店名唯一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city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所在城市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VARCHAR(50)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lang="zh-CN" sz="1400">
                        <a:latin typeface="仿宋" charset="0"/>
                        <a:ea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address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门店地址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VARCHAR(255)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lang="zh-CN" sz="1400">
                        <a:latin typeface="仿宋" charset="0"/>
                        <a:ea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phone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联系电话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VARCHAR(30)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可空唯一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manager_name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负责人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VARCHAR(50)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lang="zh-CN" sz="1400">
                        <a:latin typeface="仿宋" charset="0"/>
                        <a:ea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created_at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创建时间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DATETIME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lang="zh-CN" sz="1400">
                        <a:latin typeface="仿宋" charset="0"/>
                        <a:ea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数据库设计</a:t>
            </a:r>
            <a:endParaRPr lang="zh-CN" altLang="en-US" sz="2800">
              <a:solidFill>
                <a:srgbClr val="11111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小标题"/>
          <p:cNvSpPr txBox="1"/>
          <p:nvPr/>
        </p:nvSpPr>
        <p:spPr>
          <a:xfrm>
            <a:off x="613030" y="1276245"/>
            <a:ext cx="11200000" cy="36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lang="zh-CN" altLang="en-US" sz="1700" b="1">
                <a:solidFill>
                  <a:srgbClr val="1F4E5F"/>
                </a:solidFill>
                <a:latin typeface="微软雅黑"/>
                <a:ea typeface="微软雅黑"/>
                <a:cs typeface="微软雅黑"/>
              </a:rPr>
              <a:t>关系模式明细：supplier（供应商）</a:t>
            </a:r>
            <a:endParaRPr lang="zh-CN" sz="1700"/>
          </a:p>
        </p:txBody>
      </p:sp>
      <p:sp>
        <p:nvSpPr>
          <p:cNvPr id="4" name="关系模式"/>
          <p:cNvSpPr txBox="1"/>
          <p:nvPr/>
        </p:nvSpPr>
        <p:spPr>
          <a:xfrm>
            <a:off x="613030" y="1636405"/>
            <a:ext cx="11200000" cy="30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zh-CN" altLang="en-US" b="1">
                <a:solidFill>
                  <a:srgbClr val="333333"/>
                </a:solidFill>
                <a:latin typeface="仿宋" charset="0"/>
                <a:ea typeface="仿宋" charset="0"/>
                <a:cs typeface="微软雅黑"/>
              </a:rPr>
              <a:t>supplier(supplier_id, supplier_name, contact_name, phone, email, status)</a:t>
            </a:r>
            <a:endParaRPr lang="zh-CN" altLang="en-US" b="1">
              <a:solidFill>
                <a:srgbClr val="333333"/>
              </a:solidFill>
              <a:latin typeface="仿宋" charset="0"/>
              <a:ea typeface="仿宋" charset="0"/>
              <a:cs typeface="微软雅黑"/>
            </a:endParaRPr>
          </a:p>
        </p:txBody>
      </p:sp>
      <p:sp>
        <p:nvSpPr>
          <p:cNvPr id="5" name="说明"/>
          <p:cNvSpPr txBox="1"/>
          <p:nvPr/>
        </p:nvSpPr>
        <p:spPr>
          <a:xfrm>
            <a:off x="560960" y="2008800"/>
            <a:ext cx="11200000" cy="25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zh-CN" altLang="en-US">
                <a:solidFill>
                  <a:srgbClr val="555555"/>
                </a:solidFill>
                <a:latin typeface="仿宋" charset="0"/>
                <a:ea typeface="仿宋" charset="0"/>
                <a:cs typeface="仿宋" charset="0"/>
              </a:rPr>
              <a:t>供应商通过 supplier_product 与商品形成多对多供货关系。</a:t>
            </a:r>
            <a:endParaRPr lang="zh-CN" altLang="en-US">
              <a:solidFill>
                <a:srgbClr val="555555"/>
              </a:solidFill>
              <a:latin typeface="仿宋" charset="0"/>
              <a:ea typeface="仿宋" charset="0"/>
              <a:cs typeface="仿宋" charset="0"/>
            </a:endParaRPr>
          </a:p>
        </p:txBody>
      </p:sp>
      <p:graphicFrame>
        <p:nvGraphicFramePr>
          <p:cNvPr id="6" name="字段明细 6"/>
          <p:cNvGraphicFramePr/>
          <p:nvPr/>
        </p:nvGraphicFramePr>
        <p:xfrm>
          <a:off x="560960" y="2416430"/>
          <a:ext cx="11200000" cy="3470000"/>
        </p:xfrm>
        <a:graphic>
          <a:graphicData uri="http://schemas.openxmlformats.org/drawingml/2006/table">
            <a:tbl>
              <a:tblPr firstRow="1" bandRow="1"/>
              <a:tblGrid>
                <a:gridCol w="1420000"/>
                <a:gridCol w="1420000"/>
                <a:gridCol w="1242060"/>
                <a:gridCol w="597940"/>
                <a:gridCol w="2200000"/>
                <a:gridCol w="520000"/>
                <a:gridCol w="620000"/>
                <a:gridCol w="3180000"/>
              </a:tblGrid>
              <a:tr h="35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字段名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字段描述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数据类型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主键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外键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非空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唯一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CHECK / 说明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supplier_id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供应商编号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BIGINT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是(PK)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lang="zh-CN" sz="1400">
                        <a:latin typeface="仿宋" charset="0"/>
                        <a:ea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supplier_name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供应商名称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VARCHAR(100)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lang="zh-CN" sz="1400">
                        <a:latin typeface="仿宋" charset="0"/>
                        <a:ea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contact_name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联系人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VARCHAR(50)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lang="zh-CN" sz="1400">
                        <a:latin typeface="仿宋" charset="0"/>
                        <a:ea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phone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联系电话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VARCHAR(30)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lang="zh-CN" sz="1400">
                        <a:latin typeface="仿宋" charset="0"/>
                        <a:ea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email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邮箱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VARCHAR(100)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可空唯一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status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合作状态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VARCHAR(20)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active / inactive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数据库设计</a:t>
            </a:r>
            <a:endParaRPr lang="zh-CN" altLang="en-US" sz="2800">
              <a:solidFill>
                <a:srgbClr val="11111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小标题"/>
          <p:cNvSpPr txBox="1"/>
          <p:nvPr/>
        </p:nvSpPr>
        <p:spPr>
          <a:xfrm>
            <a:off x="500000" y="1449600"/>
            <a:ext cx="11200000" cy="36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lang="zh-CN" altLang="en-US" sz="1700" b="1">
                <a:solidFill>
                  <a:srgbClr val="1F4E5F"/>
                </a:solidFill>
                <a:latin typeface="微软雅黑"/>
                <a:ea typeface="微软雅黑"/>
                <a:cs typeface="微软雅黑"/>
              </a:rPr>
              <a:t>关系模式明细：category（商品分类）</a:t>
            </a:r>
            <a:endParaRPr lang="zh-CN" sz="1700"/>
          </a:p>
        </p:txBody>
      </p:sp>
      <p:sp>
        <p:nvSpPr>
          <p:cNvPr id="4" name="关系模式"/>
          <p:cNvSpPr txBox="1"/>
          <p:nvPr/>
        </p:nvSpPr>
        <p:spPr>
          <a:xfrm>
            <a:off x="496190" y="1957715"/>
            <a:ext cx="11200000" cy="30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zh-CN" altLang="en-US" sz="1400" b="1">
                <a:solidFill>
                  <a:srgbClr val="333333"/>
                </a:solidFill>
                <a:latin typeface="仿宋" charset="0"/>
                <a:ea typeface="仿宋" charset="0"/>
                <a:cs typeface="微软雅黑"/>
              </a:rPr>
              <a:t>category(category_id, category_name, parent_category_id)</a:t>
            </a:r>
            <a:endParaRPr lang="zh-CN" altLang="en-US" sz="1400" b="1">
              <a:solidFill>
                <a:srgbClr val="333333"/>
              </a:solidFill>
              <a:latin typeface="仿宋" charset="0"/>
              <a:ea typeface="仿宋" charset="0"/>
              <a:cs typeface="微软雅黑"/>
            </a:endParaRPr>
          </a:p>
        </p:txBody>
      </p:sp>
      <p:sp>
        <p:nvSpPr>
          <p:cNvPr id="5" name="说明"/>
          <p:cNvSpPr txBox="1"/>
          <p:nvPr/>
        </p:nvSpPr>
        <p:spPr>
          <a:xfrm>
            <a:off x="500000" y="2257720"/>
            <a:ext cx="11200000" cy="25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zh-CN" altLang="en-US" sz="1400">
                <a:solidFill>
                  <a:srgbClr val="555555"/>
                </a:solidFill>
                <a:latin typeface="仿宋" charset="0"/>
                <a:ea typeface="仿宋" charset="0"/>
                <a:cs typeface="仿宋" charset="0"/>
              </a:rPr>
              <a:t>parent_category_id 可空，自引用支持一级或多级分类。</a:t>
            </a:r>
            <a:endParaRPr lang="zh-CN" altLang="en-US" sz="1400">
              <a:solidFill>
                <a:srgbClr val="555555"/>
              </a:solidFill>
              <a:latin typeface="仿宋" charset="0"/>
              <a:ea typeface="仿宋" charset="0"/>
              <a:cs typeface="仿宋" charset="0"/>
            </a:endParaRPr>
          </a:p>
        </p:txBody>
      </p:sp>
      <p:graphicFrame>
        <p:nvGraphicFramePr>
          <p:cNvPr id="6" name="字段明细 6"/>
          <p:cNvGraphicFramePr/>
          <p:nvPr/>
        </p:nvGraphicFramePr>
        <p:xfrm>
          <a:off x="500000" y="2665985"/>
          <a:ext cx="11200130" cy="2416175"/>
        </p:xfrm>
        <a:graphic>
          <a:graphicData uri="http://schemas.openxmlformats.org/drawingml/2006/table">
            <a:tbl>
              <a:tblPr firstRow="1" bandRow="1"/>
              <a:tblGrid>
                <a:gridCol w="1687195"/>
                <a:gridCol w="1152805"/>
                <a:gridCol w="1320000"/>
                <a:gridCol w="520000"/>
                <a:gridCol w="2200000"/>
                <a:gridCol w="635000"/>
                <a:gridCol w="810195"/>
                <a:gridCol w="2874805"/>
              </a:tblGrid>
              <a:tr h="35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字段名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字段描述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数据类型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主键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外键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非空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唯一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CHECK / 说明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category_id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分类编号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BIGINT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是(PK)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lang="zh-CN" sz="1400">
                        <a:latin typeface="仿宋" charset="0"/>
                        <a:ea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category_name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分类名称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VARCHAR(100)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lang="zh-CN" sz="1400">
                        <a:latin typeface="仿宋" charset="0"/>
                        <a:ea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  <a:tr h="102616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parent_category_id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父分类编号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BIGINT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-&gt; category.category_id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可空，自引用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数据库设计</a:t>
            </a:r>
            <a:endParaRPr lang="zh-CN" altLang="en-US" sz="2800">
              <a:solidFill>
                <a:srgbClr val="11111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小标题"/>
          <p:cNvSpPr txBox="1"/>
          <p:nvPr/>
        </p:nvSpPr>
        <p:spPr>
          <a:xfrm>
            <a:off x="630810" y="1093365"/>
            <a:ext cx="11200000" cy="36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lang="zh-CN" altLang="en-US" sz="1700" b="1">
                <a:solidFill>
                  <a:srgbClr val="1F4E5F"/>
                </a:solidFill>
                <a:latin typeface="微软雅黑"/>
                <a:ea typeface="微软雅黑"/>
                <a:cs typeface="微软雅黑"/>
              </a:rPr>
              <a:t>关系模式明细：product（商品父表）</a:t>
            </a:r>
            <a:endParaRPr lang="zh-CN" sz="1700"/>
          </a:p>
        </p:txBody>
      </p:sp>
      <p:sp>
        <p:nvSpPr>
          <p:cNvPr id="4" name="关系模式"/>
          <p:cNvSpPr txBox="1"/>
          <p:nvPr/>
        </p:nvSpPr>
        <p:spPr>
          <a:xfrm>
            <a:off x="696215" y="1453525"/>
            <a:ext cx="11200000" cy="30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zh-CN" altLang="en-US" sz="1600" b="1">
                <a:solidFill>
                  <a:srgbClr val="333333"/>
                </a:solidFill>
                <a:latin typeface="仿宋" charset="0"/>
                <a:ea typeface="仿宋" charset="0"/>
                <a:cs typeface="微软雅黑"/>
              </a:rPr>
              <a:t>product(product_id, product_name, category_id, unit, unit_price, cost_price,  barcode, status, created_at)</a:t>
            </a:r>
            <a:endParaRPr lang="zh-CN" altLang="en-US" sz="1600" b="1">
              <a:solidFill>
                <a:srgbClr val="333333"/>
              </a:solidFill>
              <a:latin typeface="仿宋" charset="0"/>
              <a:ea typeface="仿宋" charset="0"/>
              <a:cs typeface="微软雅黑"/>
            </a:endParaRPr>
          </a:p>
        </p:txBody>
      </p:sp>
      <p:sp>
        <p:nvSpPr>
          <p:cNvPr id="5" name="说明"/>
          <p:cNvSpPr txBox="1"/>
          <p:nvPr/>
        </p:nvSpPr>
        <p:spPr>
          <a:xfrm>
            <a:off x="696215" y="1815125"/>
            <a:ext cx="11200000" cy="25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zh-CN" altLang="en-US" sz="1600">
                <a:solidFill>
                  <a:srgbClr val="555555"/>
                </a:solidFill>
                <a:latin typeface="仿宋" charset="0"/>
                <a:ea typeface="仿宋" charset="0"/>
                <a:cs typeface="仿宋" charset="0"/>
              </a:rPr>
              <a:t>product 保存所有可销售商品的通用字段；book 用共享主键扩展图书专有字段。</a:t>
            </a:r>
            <a:endParaRPr lang="zh-CN" altLang="en-US" sz="1600">
              <a:solidFill>
                <a:srgbClr val="555555"/>
              </a:solidFill>
              <a:latin typeface="仿宋" charset="0"/>
              <a:ea typeface="仿宋" charset="0"/>
              <a:cs typeface="仿宋" charset="0"/>
            </a:endParaRPr>
          </a:p>
        </p:txBody>
      </p:sp>
      <p:graphicFrame>
        <p:nvGraphicFramePr>
          <p:cNvPr id="6" name="字段明细 6"/>
          <p:cNvGraphicFramePr/>
          <p:nvPr/>
        </p:nvGraphicFramePr>
        <p:xfrm>
          <a:off x="489840" y="2127505"/>
          <a:ext cx="11210290" cy="4669790"/>
        </p:xfrm>
        <a:graphic>
          <a:graphicData uri="http://schemas.openxmlformats.org/drawingml/2006/table">
            <a:tbl>
              <a:tblPr firstRow="1" bandRow="1"/>
              <a:tblGrid>
                <a:gridCol w="1430020"/>
                <a:gridCol w="1420000"/>
                <a:gridCol w="1320000"/>
                <a:gridCol w="520000"/>
                <a:gridCol w="2200000"/>
                <a:gridCol w="520000"/>
                <a:gridCol w="620000"/>
                <a:gridCol w="3180000"/>
              </a:tblGrid>
              <a:tr h="35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字段名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字段描述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数据类型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主键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外键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非空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唯一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CHECK / 说明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</a:tr>
              <a:tr h="432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product_id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商品编号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BIGINT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是(PK)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lang="zh-CN" sz="1400">
                        <a:latin typeface="仿宋" charset="0"/>
                        <a:ea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product_name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商品名称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VARCHAR(200)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lang="zh-CN" sz="1400">
                        <a:latin typeface="仿宋" charset="0"/>
                        <a:ea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  <a:tr h="432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category_id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分类编号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BIGINT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-&gt; category.category_id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lang="zh-CN" sz="1400">
                        <a:latin typeface="仿宋" charset="0"/>
                        <a:ea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unit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计量单位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VARCHAR(20)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本 / 件 / 套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  <a:tr h="432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unit_price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零售价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DECIMAL(10,2)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unit_price &gt; 0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cost_price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成本价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DECIMAL(10,2)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cost_price &gt;= 0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  <a:tr h="432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barcode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商品条码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VARCHAR(50)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可空唯一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  <a:tr h="432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status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在售状态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VARCHAR(20)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onsale / offsale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created_at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创建时间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DATETIME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lang="zh-CN" sz="1400">
                        <a:latin typeface="仿宋" charset="0"/>
                        <a:ea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数据库设计</a:t>
            </a:r>
            <a:endParaRPr lang="zh-CN" altLang="en-US" sz="2800">
              <a:solidFill>
                <a:srgbClr val="11111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小标题"/>
          <p:cNvSpPr txBox="1"/>
          <p:nvPr/>
        </p:nvSpPr>
        <p:spPr>
          <a:xfrm>
            <a:off x="813055" y="1088920"/>
            <a:ext cx="11200000" cy="36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lang="zh-CN" altLang="en-US" sz="1700" b="1">
                <a:solidFill>
                  <a:srgbClr val="1F4E5F"/>
                </a:solidFill>
                <a:latin typeface="微软雅黑"/>
                <a:ea typeface="微软雅黑"/>
                <a:cs typeface="微软雅黑"/>
              </a:rPr>
              <a:t>关系模式明细：publisher（出版社）</a:t>
            </a:r>
            <a:endParaRPr lang="zh-CN" sz="1700"/>
          </a:p>
        </p:txBody>
      </p:sp>
      <p:sp>
        <p:nvSpPr>
          <p:cNvPr id="4" name="关系模式"/>
          <p:cNvSpPr txBox="1"/>
          <p:nvPr/>
        </p:nvSpPr>
        <p:spPr>
          <a:xfrm>
            <a:off x="813055" y="1457970"/>
            <a:ext cx="11200000" cy="30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zh-CN" altLang="en-US" sz="1600" b="1">
                <a:solidFill>
                  <a:srgbClr val="333333"/>
                </a:solidFill>
                <a:latin typeface="仿宋" charset="0"/>
                <a:ea typeface="仿宋" charset="0"/>
                <a:cs typeface="微软雅黑"/>
              </a:rPr>
              <a:t>publisher(publisher_id, publisher_name, contact_name, phone, email, address, country, website)</a:t>
            </a:r>
            <a:endParaRPr lang="zh-CN" altLang="en-US" sz="1600" b="1">
              <a:solidFill>
                <a:srgbClr val="333333"/>
              </a:solidFill>
              <a:latin typeface="仿宋" charset="0"/>
              <a:ea typeface="仿宋" charset="0"/>
              <a:cs typeface="微软雅黑"/>
            </a:endParaRPr>
          </a:p>
        </p:txBody>
      </p:sp>
      <p:sp>
        <p:nvSpPr>
          <p:cNvPr id="5" name="说明"/>
          <p:cNvSpPr txBox="1"/>
          <p:nvPr/>
        </p:nvSpPr>
        <p:spPr>
          <a:xfrm>
            <a:off x="813055" y="1717970"/>
            <a:ext cx="11200000" cy="25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zh-CN" altLang="en-US" sz="1600">
                <a:solidFill>
                  <a:srgbClr val="555555"/>
                </a:solidFill>
                <a:latin typeface="仿宋" charset="0"/>
                <a:ea typeface="仿宋" charset="0"/>
                <a:cs typeface="仿宋" charset="0"/>
              </a:rPr>
              <a:t>出版社作为图书出版主体，被 book.publisher_id 引用。</a:t>
            </a:r>
            <a:endParaRPr lang="zh-CN" altLang="en-US" sz="1600">
              <a:solidFill>
                <a:srgbClr val="555555"/>
              </a:solidFill>
              <a:latin typeface="仿宋" charset="0"/>
              <a:ea typeface="仿宋" charset="0"/>
              <a:cs typeface="仿宋" charset="0"/>
            </a:endParaRPr>
          </a:p>
        </p:txBody>
      </p:sp>
      <p:graphicFrame>
        <p:nvGraphicFramePr>
          <p:cNvPr id="6" name="字段明细 6"/>
          <p:cNvGraphicFramePr/>
          <p:nvPr/>
        </p:nvGraphicFramePr>
        <p:xfrm>
          <a:off x="500000" y="2135125"/>
          <a:ext cx="11200000" cy="4510000"/>
        </p:xfrm>
        <a:graphic>
          <a:graphicData uri="http://schemas.openxmlformats.org/drawingml/2006/table">
            <a:tbl>
              <a:tblPr firstRow="1" bandRow="1"/>
              <a:tblGrid>
                <a:gridCol w="1420000"/>
                <a:gridCol w="1420000"/>
                <a:gridCol w="1320000"/>
                <a:gridCol w="520000"/>
                <a:gridCol w="2200000"/>
                <a:gridCol w="520000"/>
                <a:gridCol w="620000"/>
                <a:gridCol w="3180000"/>
              </a:tblGrid>
              <a:tr h="35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字段名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字段描述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数据类型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主键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外键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非空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唯一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CHECK / 说明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publisher_id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出版社编号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BIGINT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是(PK)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lang="zh-CN" sz="1400">
                        <a:latin typeface="仿宋" charset="0"/>
                        <a:ea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publisher_name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出版社名称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VARCHAR(150)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lang="zh-CN" sz="1400">
                        <a:latin typeface="仿宋" charset="0"/>
                        <a:ea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contact_name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联系人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VARCHAR(50)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lang="zh-CN" sz="1400">
                        <a:latin typeface="仿宋" charset="0"/>
                        <a:ea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phone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电话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VARCHAR(30)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lang="zh-CN" sz="1400">
                        <a:latin typeface="仿宋" charset="0"/>
                        <a:ea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email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邮箱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VARCHAR(100)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可空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address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地址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VARCHAR(255)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lang="zh-CN" sz="1400">
                        <a:latin typeface="仿宋" charset="0"/>
                        <a:ea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country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国家/地区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VARCHAR(50)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lang="zh-CN" sz="1400">
                        <a:latin typeface="仿宋" charset="0"/>
                        <a:ea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website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官网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VARCHAR(255)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lang="zh-CN" sz="1400">
                        <a:latin typeface="仿宋" charset="0"/>
                        <a:ea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数据库设计</a:t>
            </a:r>
            <a:endParaRPr lang="zh-CN" altLang="en-US" sz="2800">
              <a:solidFill>
                <a:srgbClr val="11111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小标题"/>
          <p:cNvSpPr txBox="1"/>
          <p:nvPr/>
        </p:nvSpPr>
        <p:spPr>
          <a:xfrm>
            <a:off x="500000" y="1315615"/>
            <a:ext cx="11200000" cy="36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lang="zh-CN" altLang="en-US" sz="1700" b="1">
                <a:solidFill>
                  <a:srgbClr val="1F4E5F"/>
                </a:solidFill>
                <a:latin typeface="微软雅黑"/>
                <a:ea typeface="微软雅黑"/>
                <a:cs typeface="微软雅黑"/>
              </a:rPr>
              <a:t>关系模式明细：book（图书子表）</a:t>
            </a:r>
            <a:endParaRPr lang="zh-CN" sz="1700"/>
          </a:p>
        </p:txBody>
      </p:sp>
      <p:sp>
        <p:nvSpPr>
          <p:cNvPr id="4" name="关系模式"/>
          <p:cNvSpPr txBox="1"/>
          <p:nvPr/>
        </p:nvSpPr>
        <p:spPr>
          <a:xfrm>
            <a:off x="500000" y="1713875"/>
            <a:ext cx="11200000" cy="30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zh-CN" altLang="en-US" b="1">
                <a:solidFill>
                  <a:srgbClr val="333333"/>
                </a:solidFill>
                <a:latin typeface="仿宋" charset="0"/>
                <a:ea typeface="仿宋" charset="0"/>
                <a:cs typeface="微软雅黑"/>
              </a:rPr>
              <a:t>book(product_id, isbn, publisher_id, publish_date, edition, language, page_count)</a:t>
            </a:r>
            <a:endParaRPr lang="zh-CN" altLang="en-US" b="1">
              <a:solidFill>
                <a:srgbClr val="333333"/>
              </a:solidFill>
              <a:latin typeface="仿宋" charset="0"/>
              <a:ea typeface="仿宋" charset="0"/>
              <a:cs typeface="微软雅黑"/>
            </a:endParaRPr>
          </a:p>
        </p:txBody>
      </p:sp>
      <p:sp>
        <p:nvSpPr>
          <p:cNvPr id="5" name="说明"/>
          <p:cNvSpPr txBox="1"/>
          <p:nvPr/>
        </p:nvSpPr>
        <p:spPr>
          <a:xfrm>
            <a:off x="500000" y="2051980"/>
            <a:ext cx="11200000" cy="25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zh-CN" altLang="en-US">
                <a:solidFill>
                  <a:srgbClr val="555555"/>
                </a:solidFill>
                <a:latin typeface="仿宋" charset="0"/>
                <a:ea typeface="仿宋" charset="0"/>
                <a:cs typeface="仿宋" charset="0"/>
              </a:rPr>
              <a:t>book.product_id 是共享主键，同时外键引用 product.product_id，表示商品中的图书子类。</a:t>
            </a:r>
            <a:endParaRPr lang="zh-CN" altLang="en-US">
              <a:solidFill>
                <a:srgbClr val="555555"/>
              </a:solidFill>
              <a:latin typeface="仿宋" charset="0"/>
              <a:ea typeface="仿宋" charset="0"/>
              <a:cs typeface="仿宋" charset="0"/>
            </a:endParaRPr>
          </a:p>
        </p:txBody>
      </p:sp>
      <p:graphicFrame>
        <p:nvGraphicFramePr>
          <p:cNvPr id="6" name="字段明细 6"/>
          <p:cNvGraphicFramePr/>
          <p:nvPr/>
        </p:nvGraphicFramePr>
        <p:xfrm>
          <a:off x="439040" y="2604390"/>
          <a:ext cx="11200000" cy="3990000"/>
        </p:xfrm>
        <a:graphic>
          <a:graphicData uri="http://schemas.openxmlformats.org/drawingml/2006/table">
            <a:tbl>
              <a:tblPr firstRow="1" bandRow="1"/>
              <a:tblGrid>
                <a:gridCol w="1420000"/>
                <a:gridCol w="1420000"/>
                <a:gridCol w="1320000"/>
                <a:gridCol w="520000"/>
                <a:gridCol w="2200000"/>
                <a:gridCol w="520000"/>
                <a:gridCol w="620000"/>
                <a:gridCol w="3180000"/>
              </a:tblGrid>
              <a:tr h="35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字段名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字段描述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数据类型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主键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外键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非空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唯一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CHECK / 说明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product_id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图书商品编号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BIGINT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-&gt; product.product_id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是(PK)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共享主键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isbn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国际标准书号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VARCHAR(20)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isbn UNIQUE NOT NULL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publisher_id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出版社编号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BIGINT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-&gt; publisher.publisher_id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lang="zh-CN" sz="1400">
                        <a:latin typeface="仿宋" charset="0"/>
                        <a:ea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publish_date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出版日期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DATE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lang="zh-CN" sz="1400">
                        <a:latin typeface="仿宋" charset="0"/>
                        <a:ea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edition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版次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VARCHAR(20)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lang="zh-CN" sz="1400">
                        <a:latin typeface="仿宋" charset="0"/>
                        <a:ea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language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语言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VARCHAR(30)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lang="zh-CN" sz="1400">
                        <a:latin typeface="仿宋" charset="0"/>
                        <a:ea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page_count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页数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INT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page_count &gt; 0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数据库设计</a:t>
            </a:r>
            <a:endParaRPr lang="zh-CN" altLang="en-US" sz="2800">
              <a:solidFill>
                <a:srgbClr val="11111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小标题"/>
          <p:cNvSpPr txBox="1"/>
          <p:nvPr/>
        </p:nvSpPr>
        <p:spPr>
          <a:xfrm>
            <a:off x="500000" y="1200045"/>
            <a:ext cx="11200000" cy="36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lang="zh-CN" altLang="en-US" sz="1700" b="1">
                <a:solidFill>
                  <a:srgbClr val="1F4E5F"/>
                </a:solidFill>
                <a:latin typeface="微软雅黑"/>
                <a:ea typeface="微软雅黑"/>
                <a:cs typeface="微软雅黑"/>
              </a:rPr>
              <a:t>关系模式明细：author（作者）</a:t>
            </a:r>
            <a:endParaRPr lang="zh-CN" sz="1700"/>
          </a:p>
        </p:txBody>
      </p:sp>
      <p:sp>
        <p:nvSpPr>
          <p:cNvPr id="4" name="关系模式"/>
          <p:cNvSpPr txBox="1"/>
          <p:nvPr/>
        </p:nvSpPr>
        <p:spPr>
          <a:xfrm>
            <a:off x="500000" y="1550045"/>
            <a:ext cx="11200000" cy="30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zh-CN" altLang="en-US" b="1">
                <a:solidFill>
                  <a:srgbClr val="333333"/>
                </a:solidFill>
                <a:latin typeface="仿宋" charset="0"/>
                <a:ea typeface="仿宋" charset="0"/>
                <a:cs typeface="微软雅黑"/>
              </a:rPr>
              <a:t>author(author_id, author_name, country)</a:t>
            </a:r>
            <a:endParaRPr lang="zh-CN" altLang="en-US" b="1">
              <a:solidFill>
                <a:srgbClr val="333333"/>
              </a:solidFill>
              <a:latin typeface="仿宋" charset="0"/>
              <a:ea typeface="仿宋" charset="0"/>
              <a:cs typeface="微软雅黑"/>
            </a:endParaRPr>
          </a:p>
        </p:txBody>
      </p:sp>
      <p:sp>
        <p:nvSpPr>
          <p:cNvPr id="5" name="说明"/>
          <p:cNvSpPr txBox="1"/>
          <p:nvPr/>
        </p:nvSpPr>
        <p:spPr>
          <a:xfrm>
            <a:off x="500000" y="2060235"/>
            <a:ext cx="11200000" cy="25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zh-CN" altLang="en-US">
                <a:solidFill>
                  <a:srgbClr val="555555"/>
                </a:solidFill>
                <a:latin typeface="仿宋" charset="0"/>
                <a:ea typeface="仿宋" charset="0"/>
                <a:cs typeface="仿宋" charset="0"/>
              </a:rPr>
              <a:t>作者与图书通过 book_author 建立多对多关系。</a:t>
            </a:r>
            <a:endParaRPr lang="zh-CN" altLang="en-US">
              <a:solidFill>
                <a:srgbClr val="555555"/>
              </a:solidFill>
              <a:latin typeface="仿宋" charset="0"/>
              <a:ea typeface="仿宋" charset="0"/>
              <a:cs typeface="仿宋" charset="0"/>
            </a:endParaRPr>
          </a:p>
        </p:txBody>
      </p:sp>
      <p:graphicFrame>
        <p:nvGraphicFramePr>
          <p:cNvPr id="6" name="字段明细 6"/>
          <p:cNvGraphicFramePr/>
          <p:nvPr/>
        </p:nvGraphicFramePr>
        <p:xfrm>
          <a:off x="500000" y="3013330"/>
          <a:ext cx="11200000" cy="1910000"/>
        </p:xfrm>
        <a:graphic>
          <a:graphicData uri="http://schemas.openxmlformats.org/drawingml/2006/table">
            <a:tbl>
              <a:tblPr firstRow="1" bandRow="1"/>
              <a:tblGrid>
                <a:gridCol w="1420000"/>
                <a:gridCol w="1420000"/>
                <a:gridCol w="1320000"/>
                <a:gridCol w="520000"/>
                <a:gridCol w="2200000"/>
                <a:gridCol w="520000"/>
                <a:gridCol w="620000"/>
                <a:gridCol w="3180000"/>
              </a:tblGrid>
              <a:tr h="35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字段名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字段描述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数据类型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主键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外键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非空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唯一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CHECK / 说明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author_id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作者编号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BIGINT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是(PK)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lang="zh-CN" sz="1400">
                        <a:latin typeface="仿宋" charset="0"/>
                        <a:ea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author_name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作者姓名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VARCHAR(100)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lang="zh-CN" sz="1400">
                        <a:latin typeface="仿宋" charset="0"/>
                        <a:ea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country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国家/地区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VARCHAR(50)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lang="zh-CN" sz="1400">
                        <a:latin typeface="仿宋" charset="0"/>
                        <a:ea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数据库设计</a:t>
            </a:r>
            <a:endParaRPr lang="zh-CN" altLang="en-US" sz="2800">
              <a:solidFill>
                <a:srgbClr val="11111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小标题"/>
          <p:cNvSpPr txBox="1"/>
          <p:nvPr/>
        </p:nvSpPr>
        <p:spPr>
          <a:xfrm>
            <a:off x="500000" y="1130195"/>
            <a:ext cx="11200000" cy="36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lang="zh-CN" altLang="en-US" sz="1700" b="1">
                <a:solidFill>
                  <a:srgbClr val="1F4E5F"/>
                </a:solidFill>
                <a:latin typeface="微软雅黑"/>
                <a:ea typeface="微软雅黑"/>
                <a:cs typeface="微软雅黑"/>
              </a:rPr>
              <a:t>关系模式明细：translator（译者）</a:t>
            </a:r>
            <a:endParaRPr lang="zh-CN" sz="1700"/>
          </a:p>
        </p:txBody>
      </p:sp>
      <p:sp>
        <p:nvSpPr>
          <p:cNvPr id="4" name="关系模式"/>
          <p:cNvSpPr txBox="1"/>
          <p:nvPr/>
        </p:nvSpPr>
        <p:spPr>
          <a:xfrm>
            <a:off x="500000" y="1630055"/>
            <a:ext cx="11200000" cy="30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zh-CN" altLang="en-US" b="1">
                <a:solidFill>
                  <a:srgbClr val="333333"/>
                </a:solidFill>
                <a:latin typeface="仿宋" charset="0"/>
                <a:ea typeface="仿宋" charset="0"/>
                <a:cs typeface="微软雅黑"/>
              </a:rPr>
              <a:t>translator(translator_id, translator_name, country)</a:t>
            </a:r>
            <a:endParaRPr lang="zh-CN" altLang="en-US" b="1">
              <a:solidFill>
                <a:srgbClr val="333333"/>
              </a:solidFill>
              <a:latin typeface="仿宋" charset="0"/>
              <a:ea typeface="仿宋" charset="0"/>
              <a:cs typeface="微软雅黑"/>
            </a:endParaRPr>
          </a:p>
        </p:txBody>
      </p:sp>
      <p:sp>
        <p:nvSpPr>
          <p:cNvPr id="5" name="说明"/>
          <p:cNvSpPr txBox="1"/>
          <p:nvPr/>
        </p:nvSpPr>
        <p:spPr>
          <a:xfrm>
            <a:off x="500000" y="2069760"/>
            <a:ext cx="11200000" cy="25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zh-CN" altLang="en-US">
                <a:solidFill>
                  <a:srgbClr val="555555"/>
                </a:solidFill>
                <a:latin typeface="仿宋" charset="0"/>
                <a:ea typeface="仿宋" charset="0"/>
                <a:cs typeface="仿宋" charset="0"/>
              </a:rPr>
              <a:t>译者与图书通过 book_translator 建立多对多关系；图书可以没有译者。</a:t>
            </a:r>
            <a:endParaRPr lang="zh-CN" altLang="en-US">
              <a:solidFill>
                <a:srgbClr val="555555"/>
              </a:solidFill>
              <a:latin typeface="仿宋" charset="0"/>
              <a:ea typeface="仿宋" charset="0"/>
              <a:cs typeface="仿宋" charset="0"/>
            </a:endParaRPr>
          </a:p>
        </p:txBody>
      </p:sp>
      <p:graphicFrame>
        <p:nvGraphicFramePr>
          <p:cNvPr id="6" name="字段明细 6"/>
          <p:cNvGraphicFramePr/>
          <p:nvPr/>
        </p:nvGraphicFramePr>
        <p:xfrm>
          <a:off x="500000" y="3117470"/>
          <a:ext cx="11200000" cy="1910000"/>
        </p:xfrm>
        <a:graphic>
          <a:graphicData uri="http://schemas.openxmlformats.org/drawingml/2006/table">
            <a:tbl>
              <a:tblPr firstRow="1" bandRow="1"/>
              <a:tblGrid>
                <a:gridCol w="1420000"/>
                <a:gridCol w="1420000"/>
                <a:gridCol w="1320000"/>
                <a:gridCol w="520000"/>
                <a:gridCol w="2200000"/>
                <a:gridCol w="520000"/>
                <a:gridCol w="620000"/>
                <a:gridCol w="3180000"/>
              </a:tblGrid>
              <a:tr h="35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字段名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字段描述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数据类型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主键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外键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非空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唯一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CHECK / 说明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translator_id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译者编号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BIGINT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是(PK)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lang="zh-CN" sz="1400">
                        <a:latin typeface="仿宋" charset="0"/>
                        <a:ea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translator_name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译者姓名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VARCHAR(100)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lang="zh-CN" sz="1400">
                        <a:latin typeface="仿宋" charset="0"/>
                        <a:ea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country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国家/地区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VARCHAR(50)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lang="zh-CN" sz="1400">
                        <a:latin typeface="仿宋" charset="0"/>
                        <a:ea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数据库设计</a:t>
            </a:r>
            <a:endParaRPr lang="zh-CN" altLang="en-US" sz="2800">
              <a:solidFill>
                <a:srgbClr val="11111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小标题"/>
          <p:cNvSpPr txBox="1"/>
          <p:nvPr/>
        </p:nvSpPr>
        <p:spPr>
          <a:xfrm>
            <a:off x="491110" y="1327045"/>
            <a:ext cx="11200000" cy="36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lang="zh-CN" altLang="en-US" sz="1700" b="1">
                <a:solidFill>
                  <a:srgbClr val="1F4E5F"/>
                </a:solidFill>
                <a:latin typeface="微软雅黑"/>
                <a:ea typeface="微软雅黑"/>
                <a:cs typeface="微软雅黑"/>
              </a:rPr>
              <a:t>关系模式明细：book_author（图书-作者中间表）</a:t>
            </a:r>
            <a:endParaRPr lang="zh-CN" sz="1700"/>
          </a:p>
        </p:txBody>
      </p:sp>
      <p:sp>
        <p:nvSpPr>
          <p:cNvPr id="4" name="关系模式"/>
          <p:cNvSpPr txBox="1"/>
          <p:nvPr/>
        </p:nvSpPr>
        <p:spPr>
          <a:xfrm>
            <a:off x="500000" y="1755150"/>
            <a:ext cx="11200000" cy="30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zh-CN" altLang="en-US" b="1">
                <a:solidFill>
                  <a:srgbClr val="333333"/>
                </a:solidFill>
                <a:latin typeface="仿宋" charset="0"/>
                <a:ea typeface="仿宋" charset="0"/>
                <a:cs typeface="微软雅黑"/>
              </a:rPr>
              <a:t>book_author(product_id, author_id, author_order), PK(product_id, author_id)</a:t>
            </a:r>
            <a:endParaRPr lang="zh-CN" altLang="en-US" b="1">
              <a:solidFill>
                <a:srgbClr val="333333"/>
              </a:solidFill>
              <a:latin typeface="仿宋" charset="0"/>
              <a:ea typeface="仿宋" charset="0"/>
              <a:cs typeface="微软雅黑"/>
            </a:endParaRPr>
          </a:p>
        </p:txBody>
      </p:sp>
      <p:sp>
        <p:nvSpPr>
          <p:cNvPr id="5" name="说明"/>
          <p:cNvSpPr txBox="1"/>
          <p:nvPr/>
        </p:nvSpPr>
        <p:spPr>
          <a:xfrm>
            <a:off x="500000" y="2189775"/>
            <a:ext cx="11200000" cy="25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zh-CN" altLang="en-US">
                <a:solidFill>
                  <a:srgbClr val="555555"/>
                </a:solidFill>
                <a:latin typeface="仿宋" charset="0"/>
                <a:ea typeface="仿宋" charset="0"/>
                <a:cs typeface="仿宋" charset="0"/>
              </a:rPr>
              <a:t>中间表把 Book 与 Author 的 N:M 关系转化为两个 1:N 关系。</a:t>
            </a:r>
            <a:endParaRPr lang="zh-CN" altLang="en-US">
              <a:solidFill>
                <a:srgbClr val="555555"/>
              </a:solidFill>
              <a:latin typeface="仿宋" charset="0"/>
              <a:ea typeface="仿宋" charset="0"/>
              <a:cs typeface="仿宋" charset="0"/>
            </a:endParaRPr>
          </a:p>
        </p:txBody>
      </p:sp>
      <p:graphicFrame>
        <p:nvGraphicFramePr>
          <p:cNvPr id="6" name="字段明细 6"/>
          <p:cNvGraphicFramePr/>
          <p:nvPr/>
        </p:nvGraphicFramePr>
        <p:xfrm>
          <a:off x="491110" y="3438780"/>
          <a:ext cx="11200000" cy="1910000"/>
        </p:xfrm>
        <a:graphic>
          <a:graphicData uri="http://schemas.openxmlformats.org/drawingml/2006/table">
            <a:tbl>
              <a:tblPr firstRow="1" bandRow="1"/>
              <a:tblGrid>
                <a:gridCol w="1420000"/>
                <a:gridCol w="1420000"/>
                <a:gridCol w="1320000"/>
                <a:gridCol w="691515"/>
                <a:gridCol w="2028485"/>
                <a:gridCol w="520000"/>
                <a:gridCol w="1202055"/>
                <a:gridCol w="2597945"/>
              </a:tblGrid>
              <a:tr h="35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字段名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字段描述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数据类型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主键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外键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非空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唯一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CHECK / 说明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product_id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图书商品编号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BIGINT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是(复合)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-&gt; book.product_id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复合唯一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复合主键字段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author_id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作者编号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BIGINT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是(复合)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-&gt; author.author_id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复合唯一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复合主键字段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author_order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作者顺序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INT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author_order &gt; 0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数据库设计</a:t>
            </a:r>
            <a:endParaRPr lang="zh-CN" altLang="en-US" sz="2800">
              <a:solidFill>
                <a:srgbClr val="11111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小标题"/>
          <p:cNvSpPr txBox="1"/>
          <p:nvPr/>
        </p:nvSpPr>
        <p:spPr>
          <a:xfrm>
            <a:off x="500000" y="1828060"/>
            <a:ext cx="11200000" cy="36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lang="zh-CN" altLang="en-US" sz="1700" b="1">
                <a:solidFill>
                  <a:srgbClr val="1F4E5F"/>
                </a:solidFill>
                <a:latin typeface="微软雅黑"/>
                <a:ea typeface="微软雅黑"/>
                <a:cs typeface="微软雅黑"/>
              </a:rPr>
              <a:t>关系模式明细：book_translator（图书-译者中间表）</a:t>
            </a:r>
            <a:endParaRPr lang="zh-CN" sz="1700"/>
          </a:p>
        </p:txBody>
      </p:sp>
      <p:sp>
        <p:nvSpPr>
          <p:cNvPr id="4" name="关系模式"/>
          <p:cNvSpPr txBox="1"/>
          <p:nvPr/>
        </p:nvSpPr>
        <p:spPr>
          <a:xfrm>
            <a:off x="500000" y="2309505"/>
            <a:ext cx="11200000" cy="30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zh-CN" altLang="en-US" b="1">
                <a:solidFill>
                  <a:srgbClr val="333333"/>
                </a:solidFill>
                <a:latin typeface="仿宋" charset="0"/>
                <a:ea typeface="仿宋" charset="0"/>
                <a:cs typeface="微软雅黑"/>
              </a:rPr>
              <a:t>book_translator(product_id, translator_id), PK(product_id, translator_id)</a:t>
            </a:r>
            <a:endParaRPr lang="zh-CN" altLang="en-US" b="1">
              <a:solidFill>
                <a:srgbClr val="333333"/>
              </a:solidFill>
              <a:latin typeface="仿宋" charset="0"/>
              <a:ea typeface="仿宋" charset="0"/>
              <a:cs typeface="微软雅黑"/>
            </a:endParaRPr>
          </a:p>
        </p:txBody>
      </p:sp>
      <p:sp>
        <p:nvSpPr>
          <p:cNvPr id="5" name="说明"/>
          <p:cNvSpPr txBox="1"/>
          <p:nvPr/>
        </p:nvSpPr>
        <p:spPr>
          <a:xfrm>
            <a:off x="500000" y="2796835"/>
            <a:ext cx="11200000" cy="25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zh-CN" altLang="en-US">
                <a:solidFill>
                  <a:srgbClr val="555555"/>
                </a:solidFill>
                <a:latin typeface="仿宋" charset="0"/>
                <a:ea typeface="仿宋" charset="0"/>
                <a:cs typeface="仿宋" charset="0"/>
              </a:rPr>
              <a:t>仅当图书存在译者时插入记录，避免在 book 表中存多值字段。</a:t>
            </a:r>
            <a:endParaRPr lang="zh-CN" altLang="en-US">
              <a:solidFill>
                <a:srgbClr val="555555"/>
              </a:solidFill>
              <a:latin typeface="仿宋" charset="0"/>
              <a:ea typeface="仿宋" charset="0"/>
              <a:cs typeface="仿宋" charset="0"/>
            </a:endParaRPr>
          </a:p>
        </p:txBody>
      </p:sp>
      <p:graphicFrame>
        <p:nvGraphicFramePr>
          <p:cNvPr id="6" name="字段明细 6"/>
          <p:cNvGraphicFramePr/>
          <p:nvPr/>
        </p:nvGraphicFramePr>
        <p:xfrm>
          <a:off x="560325" y="3429255"/>
          <a:ext cx="11200130" cy="1390015"/>
        </p:xfrm>
        <a:graphic>
          <a:graphicData uri="http://schemas.openxmlformats.org/drawingml/2006/table">
            <a:tbl>
              <a:tblPr firstRow="1" bandRow="1"/>
              <a:tblGrid>
                <a:gridCol w="1420000"/>
                <a:gridCol w="1420000"/>
                <a:gridCol w="1320000"/>
                <a:gridCol w="796925"/>
                <a:gridCol w="2512060"/>
                <a:gridCol w="475615"/>
                <a:gridCol w="887095"/>
                <a:gridCol w="2368305"/>
              </a:tblGrid>
              <a:tr h="35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字段名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字段描述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数据类型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主键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外键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非空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唯一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CHECK / 说明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product_id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图书商品编号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BIGINT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是(复合)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-&gt; book.product_id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复合唯一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复合主键字段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translator_id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译者编号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BIGINT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是(复合)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-&gt; translator.translator_id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复合唯一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复合主键字段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数据库设计</a:t>
            </a:r>
            <a:endParaRPr lang="zh-CN" altLang="en-US" sz="2800">
              <a:solidFill>
                <a:srgbClr val="11111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小标题"/>
          <p:cNvSpPr txBox="1"/>
          <p:nvPr/>
        </p:nvSpPr>
        <p:spPr>
          <a:xfrm>
            <a:off x="500000" y="1247035"/>
            <a:ext cx="11200000" cy="36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lang="zh-CN" altLang="en-US" sz="1700" b="1">
                <a:solidFill>
                  <a:srgbClr val="1F4E5F"/>
                </a:solidFill>
                <a:latin typeface="微软雅黑"/>
                <a:ea typeface="微软雅黑"/>
                <a:cs typeface="微软雅黑"/>
              </a:rPr>
              <a:t>关系模式明细：supplier_product（供应商-商品中间表）</a:t>
            </a:r>
            <a:endParaRPr lang="zh-CN" sz="1700"/>
          </a:p>
        </p:txBody>
      </p:sp>
      <p:sp>
        <p:nvSpPr>
          <p:cNvPr id="4" name="关系模式"/>
          <p:cNvSpPr txBox="1"/>
          <p:nvPr/>
        </p:nvSpPr>
        <p:spPr>
          <a:xfrm>
            <a:off x="500000" y="2216160"/>
            <a:ext cx="11200000" cy="30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zh-CN" altLang="en-US" sz="1600" b="1">
                <a:solidFill>
                  <a:srgbClr val="333333"/>
                </a:solidFill>
                <a:latin typeface="仿宋" charset="0"/>
                <a:ea typeface="仿宋" charset="0"/>
                <a:cs typeface="微软雅黑"/>
              </a:rPr>
              <a:t>supplier_product(supplier_id, product_id, supply_price, min_order_qty, is_primary), PK(supplier_id, product_id)</a:t>
            </a:r>
            <a:endParaRPr lang="zh-CN" altLang="en-US" sz="1600" b="1">
              <a:solidFill>
                <a:srgbClr val="333333"/>
              </a:solidFill>
              <a:latin typeface="仿宋" charset="0"/>
              <a:ea typeface="仿宋" charset="0"/>
              <a:cs typeface="微软雅黑"/>
            </a:endParaRPr>
          </a:p>
        </p:txBody>
      </p:sp>
      <p:sp>
        <p:nvSpPr>
          <p:cNvPr id="5" name="说明"/>
          <p:cNvSpPr txBox="1"/>
          <p:nvPr/>
        </p:nvSpPr>
        <p:spPr>
          <a:xfrm>
            <a:off x="500000" y="2640625"/>
            <a:ext cx="11200000" cy="25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zh-CN" altLang="en-US">
                <a:solidFill>
                  <a:srgbClr val="555555"/>
                </a:solidFill>
                <a:latin typeface="仿宋" charset="0"/>
                <a:ea typeface="仿宋" charset="0"/>
                <a:cs typeface="仿宋" charset="0"/>
              </a:rPr>
              <a:t>中间表表达“供应商供多个商品、商品可由多个供应商供货”的 N:M 关系。</a:t>
            </a:r>
            <a:endParaRPr lang="zh-CN" altLang="en-US">
              <a:solidFill>
                <a:srgbClr val="555555"/>
              </a:solidFill>
              <a:latin typeface="仿宋" charset="0"/>
              <a:ea typeface="仿宋" charset="0"/>
              <a:cs typeface="仿宋" charset="0"/>
            </a:endParaRPr>
          </a:p>
        </p:txBody>
      </p:sp>
      <p:graphicFrame>
        <p:nvGraphicFramePr>
          <p:cNvPr id="6" name="字段明细 6"/>
          <p:cNvGraphicFramePr/>
          <p:nvPr/>
        </p:nvGraphicFramePr>
        <p:xfrm>
          <a:off x="500000" y="3186685"/>
          <a:ext cx="11200130" cy="2950210"/>
        </p:xfrm>
        <a:graphic>
          <a:graphicData uri="http://schemas.openxmlformats.org/drawingml/2006/table">
            <a:tbl>
              <a:tblPr firstRow="1" bandRow="1"/>
              <a:tblGrid>
                <a:gridCol w="1420000"/>
                <a:gridCol w="1420000"/>
                <a:gridCol w="1320000"/>
                <a:gridCol w="777240"/>
                <a:gridCol w="2324670"/>
                <a:gridCol w="701675"/>
                <a:gridCol w="1173140"/>
                <a:gridCol w="2063275"/>
              </a:tblGrid>
              <a:tr h="35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字段名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字段描述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数据类型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主键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外键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非空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唯一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CHECK / 说明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supplier_id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供应商编号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BIGINT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是(复合)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-&gt; supplier.supplier_id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复合唯一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复合主键字段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product_id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商品编号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BIGINT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是(复合)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-&gt; product.product_id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复合唯一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复合主键字段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supply_price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供货价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DECIMAL(10,2)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supply_price &gt; 0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min_order_qty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起订量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INT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min_order_qty &gt; 0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is_primary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是否主供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BOOLEAN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DEFAULT false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数据库设计</a:t>
            </a:r>
            <a:endParaRPr lang="zh-CN" altLang="en-US" sz="2800">
              <a:solidFill>
                <a:srgbClr val="11111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小标题"/>
          <p:cNvSpPr txBox="1"/>
          <p:nvPr/>
        </p:nvSpPr>
        <p:spPr>
          <a:xfrm>
            <a:off x="500000" y="1080030"/>
            <a:ext cx="11200000" cy="36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lang="zh-CN" altLang="en-US" sz="1700" b="1">
                <a:solidFill>
                  <a:srgbClr val="1F4E5F"/>
                </a:solidFill>
                <a:latin typeface="微软雅黑"/>
                <a:ea typeface="微软雅黑"/>
                <a:cs typeface="微软雅黑"/>
              </a:rPr>
              <a:t>关系模式明细：customer（客户）</a:t>
            </a:r>
            <a:endParaRPr lang="zh-CN" sz="1700"/>
          </a:p>
        </p:txBody>
      </p:sp>
      <p:sp>
        <p:nvSpPr>
          <p:cNvPr id="4" name="关系模式"/>
          <p:cNvSpPr txBox="1"/>
          <p:nvPr/>
        </p:nvSpPr>
        <p:spPr>
          <a:xfrm>
            <a:off x="500000" y="1470035"/>
            <a:ext cx="11200000" cy="30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zh-CN" altLang="en-US" b="1">
                <a:solidFill>
                  <a:srgbClr val="333333"/>
                </a:solidFill>
                <a:latin typeface="仿宋" charset="0"/>
                <a:ea typeface="仿宋" charset="0"/>
                <a:cs typeface="微软雅黑"/>
              </a:rPr>
              <a:t>customer(customer_id, customer_name, phone, email, address, register_time, status)</a:t>
            </a:r>
            <a:endParaRPr lang="zh-CN" altLang="en-US" b="1">
              <a:solidFill>
                <a:srgbClr val="333333"/>
              </a:solidFill>
              <a:latin typeface="仿宋" charset="0"/>
              <a:ea typeface="仿宋" charset="0"/>
              <a:cs typeface="微软雅黑"/>
            </a:endParaRPr>
          </a:p>
        </p:txBody>
      </p:sp>
      <p:sp>
        <p:nvSpPr>
          <p:cNvPr id="5" name="说明"/>
          <p:cNvSpPr txBox="1"/>
          <p:nvPr/>
        </p:nvSpPr>
        <p:spPr>
          <a:xfrm>
            <a:off x="500000" y="1770040"/>
            <a:ext cx="11200000" cy="25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zh-CN" altLang="en-US" sz="1600">
                <a:solidFill>
                  <a:srgbClr val="555555"/>
                </a:solidFill>
                <a:latin typeface="仿宋" charset="0"/>
                <a:ea typeface="仿宋" charset="0"/>
                <a:cs typeface="仿宋" charset="0"/>
              </a:rPr>
              <a:t>客户是消费行为主体；会员通过 member 表作为客户的可选子类。</a:t>
            </a:r>
            <a:endParaRPr lang="zh-CN" altLang="en-US" sz="1600">
              <a:solidFill>
                <a:srgbClr val="555555"/>
              </a:solidFill>
              <a:latin typeface="仿宋" charset="0"/>
              <a:ea typeface="仿宋" charset="0"/>
              <a:cs typeface="仿宋" charset="0"/>
            </a:endParaRPr>
          </a:p>
        </p:txBody>
      </p:sp>
      <p:graphicFrame>
        <p:nvGraphicFramePr>
          <p:cNvPr id="6" name="字段明细 6"/>
          <p:cNvGraphicFramePr/>
          <p:nvPr/>
        </p:nvGraphicFramePr>
        <p:xfrm>
          <a:off x="500000" y="2300225"/>
          <a:ext cx="11200000" cy="3990000"/>
        </p:xfrm>
        <a:graphic>
          <a:graphicData uri="http://schemas.openxmlformats.org/drawingml/2006/table">
            <a:tbl>
              <a:tblPr firstRow="1" bandRow="1"/>
              <a:tblGrid>
                <a:gridCol w="1420000"/>
                <a:gridCol w="1420000"/>
                <a:gridCol w="1320000"/>
                <a:gridCol w="520000"/>
                <a:gridCol w="2200000"/>
                <a:gridCol w="520000"/>
                <a:gridCol w="620000"/>
                <a:gridCol w="3180000"/>
              </a:tblGrid>
              <a:tr h="35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字段名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字段描述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数据类型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主键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外键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非空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唯一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CHECK / 说明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customer_id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客户编号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BIGINT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是(PK)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lang="zh-CN" sz="1400">
                        <a:latin typeface="仿宋" charset="0"/>
                        <a:ea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customer_name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客户姓名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VARCHAR(100)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lang="zh-CN" sz="1400">
                        <a:latin typeface="仿宋" charset="0"/>
                        <a:ea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phone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手机号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VARCHAR(30)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可空唯一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email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邮箱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VARCHAR(100)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可空唯一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address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地址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VARCHAR(255)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lang="zh-CN" sz="1400">
                        <a:latin typeface="仿宋" charset="0"/>
                        <a:ea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register_time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注册时间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DATETIME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lang="zh-CN" sz="1400">
                        <a:latin typeface="仿宋" charset="0"/>
                        <a:ea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status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客户状态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VARCHAR(20)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lang="zh-CN" sz="1400">
                        <a:latin typeface="仿宋" charset="0"/>
                        <a:ea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数据库设计</a:t>
            </a:r>
            <a:endParaRPr lang="zh-CN" altLang="en-US" sz="2800">
              <a:solidFill>
                <a:srgbClr val="11111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小标题"/>
          <p:cNvSpPr txBox="1"/>
          <p:nvPr/>
        </p:nvSpPr>
        <p:spPr>
          <a:xfrm>
            <a:off x="569215" y="1330855"/>
            <a:ext cx="11200000" cy="36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lang="zh-CN" altLang="en-US" sz="1700" b="1">
                <a:solidFill>
                  <a:srgbClr val="1F4E5F"/>
                </a:solidFill>
                <a:latin typeface="微软雅黑"/>
                <a:ea typeface="微软雅黑"/>
                <a:cs typeface="微软雅黑"/>
              </a:rPr>
              <a:t>关系模式明细：member（会员子表）</a:t>
            </a:r>
            <a:endParaRPr lang="zh-CN" sz="1700"/>
          </a:p>
        </p:txBody>
      </p:sp>
      <p:sp>
        <p:nvSpPr>
          <p:cNvPr id="4" name="关系模式"/>
          <p:cNvSpPr txBox="1"/>
          <p:nvPr/>
        </p:nvSpPr>
        <p:spPr>
          <a:xfrm>
            <a:off x="569215" y="1859290"/>
            <a:ext cx="11200000" cy="30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zh-CN" altLang="en-US" b="1">
                <a:solidFill>
                  <a:srgbClr val="333333"/>
                </a:solidFill>
                <a:latin typeface="仿宋" charset="0"/>
                <a:ea typeface="仿宋" charset="0"/>
                <a:cs typeface="微软雅黑"/>
              </a:rPr>
              <a:t>member(customer_id, member_no, level, points, join_date)</a:t>
            </a:r>
            <a:endParaRPr lang="zh-CN" altLang="en-US" b="1">
              <a:solidFill>
                <a:srgbClr val="333333"/>
              </a:solidFill>
              <a:latin typeface="仿宋" charset="0"/>
              <a:ea typeface="仿宋" charset="0"/>
              <a:cs typeface="微软雅黑"/>
            </a:endParaRPr>
          </a:p>
        </p:txBody>
      </p:sp>
      <p:sp>
        <p:nvSpPr>
          <p:cNvPr id="5" name="说明"/>
          <p:cNvSpPr txBox="1"/>
          <p:nvPr/>
        </p:nvSpPr>
        <p:spPr>
          <a:xfrm>
            <a:off x="569215" y="2327570"/>
            <a:ext cx="11200000" cy="25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zh-CN" altLang="en-US">
                <a:solidFill>
                  <a:srgbClr val="555555"/>
                </a:solidFill>
                <a:latin typeface="仿宋" charset="0"/>
                <a:ea typeface="仿宋" charset="0"/>
                <a:cs typeface="仿宋" charset="0"/>
              </a:rPr>
              <a:t>member.customer_id 是共享主键和外键，保证会员一定先是客户。</a:t>
            </a:r>
            <a:endParaRPr lang="zh-CN" altLang="en-US">
              <a:solidFill>
                <a:srgbClr val="555555"/>
              </a:solidFill>
              <a:latin typeface="仿宋" charset="0"/>
              <a:ea typeface="仿宋" charset="0"/>
              <a:cs typeface="仿宋" charset="0"/>
            </a:endParaRPr>
          </a:p>
        </p:txBody>
      </p:sp>
      <p:graphicFrame>
        <p:nvGraphicFramePr>
          <p:cNvPr id="6" name="字段明细 6"/>
          <p:cNvGraphicFramePr/>
          <p:nvPr/>
        </p:nvGraphicFramePr>
        <p:xfrm>
          <a:off x="569215" y="2874265"/>
          <a:ext cx="11200130" cy="2940995"/>
        </p:xfrm>
        <a:graphic>
          <a:graphicData uri="http://schemas.openxmlformats.org/drawingml/2006/table">
            <a:tbl>
              <a:tblPr firstRow="1" bandRow="1"/>
              <a:tblGrid>
                <a:gridCol w="1420000"/>
                <a:gridCol w="1420000"/>
                <a:gridCol w="1320000"/>
                <a:gridCol w="520000"/>
                <a:gridCol w="2200000"/>
                <a:gridCol w="520000"/>
                <a:gridCol w="620000"/>
                <a:gridCol w="3180000"/>
              </a:tblGrid>
              <a:tr h="340995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字段名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字段描述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数据类型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主键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外键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非空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唯一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CHECK / 说明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customer_id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会员客户编号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BIGINT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-&gt; customer.customer_id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是(PK)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共享主键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member_no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会员编号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VARCHAR(50)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member_no UNIQUE NOT NULL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level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会员等级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VARCHAR(20)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lang="zh-CN" sz="1400">
                        <a:latin typeface="仿宋" charset="0"/>
                        <a:ea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points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积分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INT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DEFAULT 0；points &gt;= 0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join_date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入会日期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DATE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lang="zh-CN" sz="1400">
                        <a:latin typeface="仿宋" charset="0"/>
                        <a:ea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数据库设计</a:t>
            </a:r>
            <a:endParaRPr lang="zh-CN" altLang="en-US" sz="2800">
              <a:solidFill>
                <a:srgbClr val="11111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小标题"/>
          <p:cNvSpPr txBox="1"/>
          <p:nvPr/>
        </p:nvSpPr>
        <p:spPr>
          <a:xfrm>
            <a:off x="500000" y="1207030"/>
            <a:ext cx="11200000" cy="36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lang="zh-CN" altLang="en-US" sz="1700" b="1">
                <a:solidFill>
                  <a:srgbClr val="1F4E5F"/>
                </a:solidFill>
                <a:latin typeface="微软雅黑"/>
                <a:ea typeface="微软雅黑"/>
                <a:cs typeface="微软雅黑"/>
              </a:rPr>
              <a:t>关系模式明细：sale（销售主单）</a:t>
            </a:r>
            <a:endParaRPr lang="zh-CN" sz="1700"/>
          </a:p>
        </p:txBody>
      </p:sp>
      <p:sp>
        <p:nvSpPr>
          <p:cNvPr id="4" name="关系模式"/>
          <p:cNvSpPr txBox="1"/>
          <p:nvPr/>
        </p:nvSpPr>
        <p:spPr>
          <a:xfrm>
            <a:off x="569215" y="1693555"/>
            <a:ext cx="11200000" cy="30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zh-CN" altLang="en-US" sz="1600" b="1">
                <a:solidFill>
                  <a:srgbClr val="333333"/>
                </a:solidFill>
                <a:latin typeface="仿宋" charset="0"/>
                <a:ea typeface="仿宋" charset="0"/>
                <a:cs typeface="微软雅黑"/>
              </a:rPr>
              <a:t>sale(sale_id, store_id, customer_id, sale_time, payment_method, total_amount, discount_amount, actual_amount)</a:t>
            </a:r>
            <a:endParaRPr lang="zh-CN" altLang="en-US" sz="1600" b="1">
              <a:solidFill>
                <a:srgbClr val="333333"/>
              </a:solidFill>
              <a:latin typeface="仿宋" charset="0"/>
              <a:ea typeface="仿宋" charset="0"/>
              <a:cs typeface="微软雅黑"/>
            </a:endParaRPr>
          </a:p>
        </p:txBody>
      </p:sp>
      <p:sp>
        <p:nvSpPr>
          <p:cNvPr id="5" name="说明"/>
          <p:cNvSpPr txBox="1"/>
          <p:nvPr/>
        </p:nvSpPr>
        <p:spPr>
          <a:xfrm>
            <a:off x="569215" y="2015150"/>
            <a:ext cx="11200000" cy="25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zh-CN" altLang="en-US">
                <a:solidFill>
                  <a:srgbClr val="555555"/>
                </a:solidFill>
                <a:latin typeface="仿宋" charset="0"/>
                <a:ea typeface="仿宋" charset="0"/>
                <a:cs typeface="仿宋" charset="0"/>
              </a:rPr>
              <a:t>sale.customer_id 可空，用来支持未登记客户的散客销售。</a:t>
            </a:r>
            <a:endParaRPr lang="zh-CN" altLang="en-US">
              <a:solidFill>
                <a:srgbClr val="555555"/>
              </a:solidFill>
              <a:latin typeface="仿宋" charset="0"/>
              <a:ea typeface="仿宋" charset="0"/>
              <a:cs typeface="仿宋" charset="0"/>
            </a:endParaRPr>
          </a:p>
        </p:txBody>
      </p:sp>
      <p:graphicFrame>
        <p:nvGraphicFramePr>
          <p:cNvPr id="6" name="字段明细 6"/>
          <p:cNvGraphicFramePr/>
          <p:nvPr/>
        </p:nvGraphicFramePr>
        <p:xfrm>
          <a:off x="500000" y="2486915"/>
          <a:ext cx="11200130" cy="3814495"/>
        </p:xfrm>
        <a:graphic>
          <a:graphicData uri="http://schemas.openxmlformats.org/drawingml/2006/table">
            <a:tbl>
              <a:tblPr firstRow="1" bandRow="1"/>
              <a:tblGrid>
                <a:gridCol w="1420000"/>
                <a:gridCol w="1420000"/>
                <a:gridCol w="1320000"/>
                <a:gridCol w="520000"/>
                <a:gridCol w="2200000"/>
                <a:gridCol w="520000"/>
                <a:gridCol w="620000"/>
                <a:gridCol w="3180000"/>
              </a:tblGrid>
              <a:tr h="35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字段名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字段描述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数据类型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主键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外键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非空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唯一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CHECK / 说明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</a:tr>
              <a:tr h="424815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sale_id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销售单编号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BIGINT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是(PK)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lang="zh-CN" sz="1400">
                        <a:latin typeface="仿宋" charset="0"/>
                        <a:ea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store_id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销售门店编号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BIGINT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-&gt; store.store_id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lang="zh-CN" sz="1400">
                        <a:latin typeface="仿宋" charset="0"/>
                        <a:ea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  <a:tr h="407035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customer_id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购买客户编号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BIGINT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-&gt; customer.customer_id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可空，支持散客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307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sale_time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销售时间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DATETIME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lang="zh-CN" sz="1400">
                        <a:latin typeface="仿宋" charset="0"/>
                        <a:ea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  <a:tr h="389255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payment_method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支付方式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VARCHAR(30)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lang="zh-CN" sz="1400">
                        <a:latin typeface="仿宋" charset="0"/>
                        <a:ea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5925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total_amount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原始总额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DECIMAL(12,2)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total_amount &gt;= 0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  <a:tr h="441325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discount_amount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优惠金额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DECIMAL(12,2)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DEFAULT 0；discount_amount &gt;= 0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307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actual_amount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实付金额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DECIMAL(12,2)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actual_amount &gt;= 0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数据库设计</a:t>
            </a:r>
            <a:endParaRPr lang="zh-CN" altLang="en-US" sz="2800">
              <a:solidFill>
                <a:srgbClr val="11111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小标题"/>
          <p:cNvSpPr txBox="1"/>
          <p:nvPr/>
        </p:nvSpPr>
        <p:spPr>
          <a:xfrm>
            <a:off x="500000" y="1328315"/>
            <a:ext cx="11200000" cy="36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lang="zh-CN" altLang="en-US" sz="1700" b="1">
                <a:solidFill>
                  <a:srgbClr val="1F4E5F"/>
                </a:solidFill>
                <a:latin typeface="微软雅黑"/>
                <a:ea typeface="微软雅黑"/>
                <a:cs typeface="微软雅黑"/>
              </a:rPr>
              <a:t>关系模式明细：sale_item（销售明细）</a:t>
            </a:r>
            <a:endParaRPr lang="zh-CN" sz="1700"/>
          </a:p>
        </p:txBody>
      </p:sp>
      <p:sp>
        <p:nvSpPr>
          <p:cNvPr id="4" name="关系模式"/>
          <p:cNvSpPr txBox="1"/>
          <p:nvPr/>
        </p:nvSpPr>
        <p:spPr>
          <a:xfrm>
            <a:off x="569850" y="1861195"/>
            <a:ext cx="11200000" cy="30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zh-CN" altLang="en-US" b="1">
                <a:solidFill>
                  <a:srgbClr val="333333"/>
                </a:solidFill>
                <a:latin typeface="仿宋" charset="0"/>
                <a:ea typeface="仿宋" charset="0"/>
                <a:cs typeface="微软雅黑"/>
              </a:rPr>
              <a:t>sale_item(sale_id, line_no, product_id, quantity, unit_price, line_amount), PK(sale_id, line_no)</a:t>
            </a:r>
            <a:endParaRPr lang="zh-CN" altLang="en-US" b="1">
              <a:solidFill>
                <a:srgbClr val="333333"/>
              </a:solidFill>
              <a:latin typeface="仿宋" charset="0"/>
              <a:ea typeface="仿宋" charset="0"/>
              <a:cs typeface="微软雅黑"/>
            </a:endParaRPr>
          </a:p>
        </p:txBody>
      </p:sp>
      <p:sp>
        <p:nvSpPr>
          <p:cNvPr id="5" name="说明"/>
          <p:cNvSpPr txBox="1"/>
          <p:nvPr/>
        </p:nvSpPr>
        <p:spPr>
          <a:xfrm>
            <a:off x="500000" y="2232320"/>
            <a:ext cx="11200000" cy="25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zh-CN" altLang="en-US">
                <a:solidFill>
                  <a:srgbClr val="555555"/>
                </a:solidFill>
                <a:latin typeface="仿宋" charset="0"/>
                <a:ea typeface="仿宋" charset="0"/>
                <a:cs typeface="微软雅黑"/>
              </a:rPr>
              <a:t>销售明细保留成交单价快照；复合主键支持同一订单多行明细。</a:t>
            </a:r>
            <a:endParaRPr lang="zh-CN" altLang="en-US">
              <a:solidFill>
                <a:srgbClr val="555555"/>
              </a:solidFill>
              <a:latin typeface="仿宋" charset="0"/>
              <a:ea typeface="仿宋" charset="0"/>
              <a:cs typeface="微软雅黑"/>
            </a:endParaRPr>
          </a:p>
        </p:txBody>
      </p:sp>
      <p:graphicFrame>
        <p:nvGraphicFramePr>
          <p:cNvPr id="6" name="字段明细 6"/>
          <p:cNvGraphicFramePr/>
          <p:nvPr/>
        </p:nvGraphicFramePr>
        <p:xfrm>
          <a:off x="500000" y="2821560"/>
          <a:ext cx="11200000" cy="3470000"/>
        </p:xfrm>
        <a:graphic>
          <a:graphicData uri="http://schemas.openxmlformats.org/drawingml/2006/table">
            <a:tbl>
              <a:tblPr firstRow="1" bandRow="1"/>
              <a:tblGrid>
                <a:gridCol w="1420000"/>
                <a:gridCol w="1420000"/>
                <a:gridCol w="1320000"/>
                <a:gridCol w="796925"/>
                <a:gridCol w="1923075"/>
                <a:gridCol w="520000"/>
                <a:gridCol w="934720"/>
                <a:gridCol w="2865280"/>
              </a:tblGrid>
              <a:tr h="35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字段名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字段描述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数据类型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主键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外键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非空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唯一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CHECK / 说明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sale_id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销售单编号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BIGINT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是(复合)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-&gt; sale.sale_id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复合唯一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复合主键字段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line_no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行号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INT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是(复合)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复合唯一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复合主键字段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product_id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商品编号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BIGINT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-&gt; product.product_id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lang="zh-CN" sz="1400">
                        <a:latin typeface="仿宋" charset="0"/>
                        <a:ea typeface="仿宋" charset="0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quantity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销售数量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INT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quantity &gt; 0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unit_price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成交单价快照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DECIMAL(10,2)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unit_price &gt; 0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line_amount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行金额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DECIMAL(12,2)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line_amount &gt;= 0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35000" marR="35000" marT="22000" marB="22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数据库设计</a:t>
            </a:r>
            <a:endParaRPr lang="zh-CN" altLang="en-US" sz="2800">
              <a:solidFill>
                <a:srgbClr val="11111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小标题"/>
          <p:cNvSpPr txBox="1"/>
          <p:nvPr/>
        </p:nvSpPr>
        <p:spPr>
          <a:xfrm>
            <a:off x="620000" y="1007635"/>
            <a:ext cx="10900000" cy="42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lang="zh-CN" altLang="en-US" sz="1750" b="1">
                <a:solidFill>
                  <a:srgbClr val="1F4E5F"/>
                </a:solidFill>
                <a:latin typeface="微软雅黑"/>
                <a:ea typeface="微软雅黑"/>
                <a:cs typeface="微软雅黑"/>
              </a:rPr>
              <a:t>关系模式明细：system_user（用户）</a:t>
            </a:r>
            <a:endParaRPr lang="zh-CN" sz="1750"/>
          </a:p>
        </p:txBody>
      </p:sp>
      <p:sp>
        <p:nvSpPr>
          <p:cNvPr id="4" name="说明"/>
          <p:cNvSpPr txBox="1"/>
          <p:nvPr/>
        </p:nvSpPr>
        <p:spPr>
          <a:xfrm>
            <a:off x="620000" y="1427485"/>
            <a:ext cx="10900000" cy="30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zh-CN" altLang="en-US" sz="1600">
                <a:solidFill>
                  <a:srgbClr val="555555"/>
                </a:solidFill>
                <a:latin typeface="仿宋" charset="0"/>
                <a:ea typeface="仿宋" charset="0"/>
                <a:cs typeface="仿宋" charset="0"/>
              </a:rPr>
              <a:t>system_user(user_id, username, password_hash, real_name, phone, email, status, created_at)</a:t>
            </a:r>
            <a:br>
              <a:rPr lang="zh-CN" sz="1600">
                <a:latin typeface="仿宋" charset="0"/>
                <a:ea typeface="仿宋" charset="0"/>
                <a:cs typeface="仿宋" charset="0"/>
              </a:rPr>
            </a:br>
            <a:r>
              <a:rPr lang="zh-CN" altLang="en-US" sz="1600">
                <a:solidFill>
                  <a:srgbClr val="555555"/>
                </a:solidFill>
                <a:latin typeface="仿宋" charset="0"/>
                <a:ea typeface="仿宋" charset="0"/>
                <a:cs typeface="仿宋" charset="0"/>
              </a:rPr>
              <a:t>用户表支撑后台登录与权限控制；避免使用 SQL 关键字 user。</a:t>
            </a:r>
            <a:endParaRPr lang="zh-CN" altLang="en-US" sz="1600">
              <a:solidFill>
                <a:srgbClr val="555555"/>
              </a:solidFill>
              <a:latin typeface="仿宋" charset="0"/>
              <a:ea typeface="仿宋" charset="0"/>
              <a:cs typeface="仿宋" charset="0"/>
            </a:endParaRPr>
          </a:p>
        </p:txBody>
      </p:sp>
      <p:graphicFrame>
        <p:nvGraphicFramePr>
          <p:cNvPr id="5" name="表格 5"/>
          <p:cNvGraphicFramePr/>
          <p:nvPr/>
        </p:nvGraphicFramePr>
        <p:xfrm>
          <a:off x="620000" y="1973375"/>
          <a:ext cx="11200000" cy="4510000"/>
        </p:xfrm>
        <a:graphic>
          <a:graphicData uri="http://schemas.openxmlformats.org/drawingml/2006/table">
            <a:tbl>
              <a:tblPr firstRow="1" bandRow="1"/>
              <a:tblGrid>
                <a:gridCol w="1420000"/>
                <a:gridCol w="1420000"/>
                <a:gridCol w="1320000"/>
                <a:gridCol w="520000"/>
                <a:gridCol w="2200000"/>
                <a:gridCol w="520000"/>
                <a:gridCol w="620000"/>
                <a:gridCol w="3180000"/>
              </a:tblGrid>
              <a:tr h="35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字段名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字段描述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数据类型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主键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外键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非空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唯一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CHECK / 说明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user_id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用户编号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BIGINT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是(PK)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lang="zh-CN" sz="1400">
                        <a:latin typeface="仿宋" charset="0"/>
                        <a:ea typeface="仿宋" charset="0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username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登录名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VARCHAR(50)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用户名唯一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password_hash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密码哈希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VARCHAR(255)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不存明文密码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real_name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真实姓名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VARCHAR(50)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lang="zh-CN" sz="1400">
                        <a:latin typeface="仿宋" charset="0"/>
                        <a:ea typeface="仿宋" charset="0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phone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手机号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VARCHAR(30)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可空唯一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email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邮箱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VARCHAR(100)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可空唯一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status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用户状态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VARCHAR(20)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IN ('active','disabled')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created_at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创建时间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DATETIME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lang="zh-CN" sz="1400">
                        <a:latin typeface="仿宋" charset="0"/>
                        <a:ea typeface="仿宋" charset="0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数据库设计</a:t>
            </a:r>
            <a:endParaRPr lang="zh-CN" altLang="en-US" sz="2800">
              <a:solidFill>
                <a:srgbClr val="11111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小标题"/>
          <p:cNvSpPr txBox="1"/>
          <p:nvPr/>
        </p:nvSpPr>
        <p:spPr>
          <a:xfrm>
            <a:off x="620000" y="1080025"/>
            <a:ext cx="10900000" cy="42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lang="zh-CN" altLang="en-US" sz="1750" b="1">
                <a:solidFill>
                  <a:srgbClr val="1F4E5F"/>
                </a:solidFill>
                <a:latin typeface="微软雅黑"/>
                <a:ea typeface="微软雅黑"/>
                <a:cs typeface="微软雅黑"/>
              </a:rPr>
              <a:t>关系模式明细：role（角色）</a:t>
            </a:r>
            <a:endParaRPr lang="zh-CN" sz="1750"/>
          </a:p>
        </p:txBody>
      </p:sp>
      <p:sp>
        <p:nvSpPr>
          <p:cNvPr id="4" name="说明"/>
          <p:cNvSpPr txBox="1"/>
          <p:nvPr/>
        </p:nvSpPr>
        <p:spPr>
          <a:xfrm>
            <a:off x="620000" y="1679580"/>
            <a:ext cx="10900000" cy="30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zh-CN" altLang="en-US">
                <a:solidFill>
                  <a:srgbClr val="555555"/>
                </a:solidFill>
                <a:latin typeface="仿宋" charset="0"/>
                <a:ea typeface="仿宋" charset="0"/>
                <a:cs typeface="仿宋" charset="0"/>
              </a:rPr>
              <a:t>role(role_id, role_name, role_desc)</a:t>
            </a:r>
            <a:br>
              <a:rPr lang="zh-CN">
                <a:latin typeface="仿宋" charset="0"/>
                <a:ea typeface="仿宋" charset="0"/>
                <a:cs typeface="仿宋" charset="0"/>
              </a:rPr>
            </a:br>
            <a:r>
              <a:rPr lang="zh-CN" altLang="en-US">
                <a:solidFill>
                  <a:srgbClr val="555555"/>
                </a:solidFill>
                <a:latin typeface="仿宋" charset="0"/>
                <a:ea typeface="仿宋" charset="0"/>
                <a:cs typeface="仿宋" charset="0"/>
              </a:rPr>
              <a:t>角色数据可包括管理员、操作员、查询用户。</a:t>
            </a:r>
            <a:endParaRPr lang="zh-CN" altLang="en-US">
              <a:solidFill>
                <a:srgbClr val="555555"/>
              </a:solidFill>
              <a:latin typeface="仿宋" charset="0"/>
              <a:ea typeface="仿宋" charset="0"/>
              <a:cs typeface="仿宋" charset="0"/>
            </a:endParaRPr>
          </a:p>
        </p:txBody>
      </p:sp>
      <p:graphicFrame>
        <p:nvGraphicFramePr>
          <p:cNvPr id="5" name="表格 5"/>
          <p:cNvGraphicFramePr/>
          <p:nvPr/>
        </p:nvGraphicFramePr>
        <p:xfrm>
          <a:off x="620000" y="2611550"/>
          <a:ext cx="11200000" cy="1910000"/>
        </p:xfrm>
        <a:graphic>
          <a:graphicData uri="http://schemas.openxmlformats.org/drawingml/2006/table">
            <a:tbl>
              <a:tblPr firstRow="1" bandRow="1"/>
              <a:tblGrid>
                <a:gridCol w="1420000"/>
                <a:gridCol w="1420000"/>
                <a:gridCol w="1320000"/>
                <a:gridCol w="520000"/>
                <a:gridCol w="2200000"/>
                <a:gridCol w="520000"/>
                <a:gridCol w="620000"/>
                <a:gridCol w="3180000"/>
              </a:tblGrid>
              <a:tr h="35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字段名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字段描述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数据类型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主键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外键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非空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唯一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CHECK / 说明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role_id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角色编号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BIGINT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是(PK)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lang="zh-CN" sz="1400">
                        <a:latin typeface="仿宋" charset="0"/>
                        <a:ea typeface="仿宋" charset="0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role_name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角色名称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VARCHAR(50)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admin / operator / viewer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role_desc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角色说明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VARCHAR(255)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lang="zh-CN" sz="1400">
                        <a:latin typeface="仿宋" charset="0"/>
                        <a:ea typeface="仿宋" charset="0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数据库设计</a:t>
            </a:r>
            <a:endParaRPr lang="zh-CN" altLang="en-US" sz="2800">
              <a:solidFill>
                <a:srgbClr val="11111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小标题"/>
          <p:cNvSpPr txBox="1"/>
          <p:nvPr/>
        </p:nvSpPr>
        <p:spPr>
          <a:xfrm>
            <a:off x="620000" y="1170195"/>
            <a:ext cx="10900000" cy="42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lang="zh-CN" altLang="en-US" sz="1750" b="1">
                <a:solidFill>
                  <a:srgbClr val="1F4E5F"/>
                </a:solidFill>
                <a:latin typeface="微软雅黑"/>
                <a:ea typeface="微软雅黑"/>
                <a:cs typeface="微软雅黑"/>
              </a:rPr>
              <a:t>关系模式明细：permission（权限）</a:t>
            </a:r>
            <a:endParaRPr lang="zh-CN" sz="1750"/>
          </a:p>
        </p:txBody>
      </p:sp>
      <p:sp>
        <p:nvSpPr>
          <p:cNvPr id="4" name="说明"/>
          <p:cNvSpPr txBox="1"/>
          <p:nvPr/>
        </p:nvSpPr>
        <p:spPr>
          <a:xfrm>
            <a:off x="620000" y="1679580"/>
            <a:ext cx="10900000" cy="30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zh-CN" altLang="en-US" sz="1700">
                <a:solidFill>
                  <a:srgbClr val="555555"/>
                </a:solidFill>
                <a:latin typeface="仿宋" charset="0"/>
                <a:ea typeface="仿宋" charset="0"/>
                <a:cs typeface="仿宋" charset="0"/>
              </a:rPr>
              <a:t>permission(permission_id, permission_code, permission_name, module_name)</a:t>
            </a:r>
            <a:br>
              <a:rPr lang="zh-CN" sz="1700">
                <a:latin typeface="仿宋" charset="0"/>
                <a:ea typeface="仿宋" charset="0"/>
                <a:cs typeface="仿宋" charset="0"/>
              </a:rPr>
            </a:br>
            <a:r>
              <a:rPr lang="zh-CN" altLang="en-US" sz="1700">
                <a:solidFill>
                  <a:srgbClr val="555555"/>
                </a:solidFill>
                <a:latin typeface="仿宋" charset="0"/>
                <a:ea typeface="仿宋" charset="0"/>
                <a:cs typeface="仿宋" charset="0"/>
              </a:rPr>
              <a:t>权限点按模块编码，用于控制菜单、查询和增删改操作。</a:t>
            </a:r>
            <a:endParaRPr lang="zh-CN" altLang="en-US" sz="1700">
              <a:solidFill>
                <a:srgbClr val="555555"/>
              </a:solidFill>
              <a:latin typeface="仿宋" charset="0"/>
              <a:ea typeface="仿宋" charset="0"/>
              <a:cs typeface="仿宋" charset="0"/>
            </a:endParaRPr>
          </a:p>
        </p:txBody>
      </p:sp>
      <p:graphicFrame>
        <p:nvGraphicFramePr>
          <p:cNvPr id="5" name="表格 5"/>
          <p:cNvGraphicFramePr/>
          <p:nvPr/>
        </p:nvGraphicFramePr>
        <p:xfrm>
          <a:off x="620000" y="2739185"/>
          <a:ext cx="11200000" cy="2430000"/>
        </p:xfrm>
        <a:graphic>
          <a:graphicData uri="http://schemas.openxmlformats.org/drawingml/2006/table">
            <a:tbl>
              <a:tblPr firstRow="1" bandRow="1"/>
              <a:tblGrid>
                <a:gridCol w="1420000"/>
                <a:gridCol w="1420000"/>
                <a:gridCol w="1320000"/>
                <a:gridCol w="520000"/>
                <a:gridCol w="2200000"/>
                <a:gridCol w="520000"/>
                <a:gridCol w="620000"/>
                <a:gridCol w="3180000"/>
              </a:tblGrid>
              <a:tr h="35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字段名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字段描述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数据类型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主键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外键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非空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唯一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CHECK / 说明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permission_id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权限编号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BIGINT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是(PK)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lang="zh-CN" sz="1400">
                        <a:latin typeface="仿宋" charset="0"/>
                        <a:ea typeface="仿宋" charset="0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permission_code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权限编码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VARCHAR(100)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如 sale.read / sale.write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permission_name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权限名称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VARCHAR(100)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lang="zh-CN" sz="1400">
                        <a:latin typeface="仿宋" charset="0"/>
                        <a:ea typeface="仿宋" charset="0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module_name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所属模块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VARCHAR(50)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lang="zh-CN" sz="1400">
                        <a:latin typeface="仿宋" charset="0"/>
                        <a:ea typeface="仿宋" charset="0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数据库设计</a:t>
            </a:r>
            <a:endParaRPr lang="zh-CN" altLang="en-US" sz="2800">
              <a:solidFill>
                <a:srgbClr val="11111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小标题"/>
          <p:cNvSpPr txBox="1"/>
          <p:nvPr/>
        </p:nvSpPr>
        <p:spPr>
          <a:xfrm>
            <a:off x="696200" y="1628665"/>
            <a:ext cx="10900000" cy="42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lang="zh-CN" altLang="en-US" sz="1750" b="1">
                <a:solidFill>
                  <a:srgbClr val="1F4E5F"/>
                </a:solidFill>
                <a:latin typeface="微软雅黑"/>
                <a:ea typeface="微软雅黑"/>
                <a:cs typeface="微软雅黑"/>
              </a:rPr>
              <a:t>关系模式明细：user_role（用户-角色中间表）</a:t>
            </a:r>
            <a:endParaRPr lang="zh-CN" sz="1750"/>
          </a:p>
        </p:txBody>
      </p:sp>
      <p:sp>
        <p:nvSpPr>
          <p:cNvPr id="4" name="说明"/>
          <p:cNvSpPr txBox="1"/>
          <p:nvPr/>
        </p:nvSpPr>
        <p:spPr>
          <a:xfrm>
            <a:off x="696200" y="2223140"/>
            <a:ext cx="10900000" cy="30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zh-CN" altLang="en-US" sz="1700">
                <a:solidFill>
                  <a:srgbClr val="555555"/>
                </a:solidFill>
                <a:latin typeface="仿宋" charset="0"/>
                <a:ea typeface="仿宋" charset="0"/>
                <a:cs typeface="仿宋" charset="0"/>
              </a:rPr>
              <a:t>user_role(user_id, role_id), PK(user_id, role_id)</a:t>
            </a:r>
            <a:br>
              <a:rPr lang="zh-CN" sz="1700">
                <a:latin typeface="仿宋" charset="0"/>
                <a:ea typeface="仿宋" charset="0"/>
                <a:cs typeface="仿宋" charset="0"/>
              </a:rPr>
            </a:br>
            <a:r>
              <a:rPr lang="zh-CN" altLang="en-US" sz="1700">
                <a:solidFill>
                  <a:srgbClr val="555555"/>
                </a:solidFill>
                <a:latin typeface="仿宋" charset="0"/>
                <a:ea typeface="仿宋" charset="0"/>
                <a:cs typeface="仿宋" charset="0"/>
              </a:rPr>
              <a:t>把用户与角色的 N:M 关系转化为中间表。</a:t>
            </a:r>
            <a:endParaRPr lang="zh-CN" altLang="en-US" sz="1700">
              <a:solidFill>
                <a:srgbClr val="555555"/>
              </a:solidFill>
              <a:latin typeface="仿宋" charset="0"/>
              <a:ea typeface="仿宋" charset="0"/>
              <a:cs typeface="仿宋" charset="0"/>
            </a:endParaRPr>
          </a:p>
        </p:txBody>
      </p:sp>
      <p:graphicFrame>
        <p:nvGraphicFramePr>
          <p:cNvPr id="5" name="表格 5"/>
          <p:cNvGraphicFramePr/>
          <p:nvPr/>
        </p:nvGraphicFramePr>
        <p:xfrm>
          <a:off x="695960" y="3189605"/>
          <a:ext cx="11200130" cy="1390015"/>
        </p:xfrm>
        <a:graphic>
          <a:graphicData uri="http://schemas.openxmlformats.org/drawingml/2006/table">
            <a:tbl>
              <a:tblPr firstRow="1" bandRow="1"/>
              <a:tblGrid>
                <a:gridCol w="1419860"/>
                <a:gridCol w="1419860"/>
                <a:gridCol w="1320165"/>
                <a:gridCol w="825500"/>
                <a:gridCol w="2047875"/>
                <a:gridCol w="653415"/>
                <a:gridCol w="1440815"/>
                <a:gridCol w="2072640"/>
              </a:tblGrid>
              <a:tr h="35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字段名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字段描述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数据类型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主键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外键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非空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唯一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CHECK / 说明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user_id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用户编号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BIGINT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是(复合)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-&gt; system_user.user_id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复合唯一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复合主键字段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role_id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角色编号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BIGINT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是(复合)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-&gt; role.role_id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复合唯一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复合主键字段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数据库设计</a:t>
            </a:r>
            <a:endParaRPr lang="zh-CN" altLang="en-US" sz="2800">
              <a:solidFill>
                <a:srgbClr val="11111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小标题"/>
          <p:cNvSpPr txBox="1"/>
          <p:nvPr/>
        </p:nvSpPr>
        <p:spPr>
          <a:xfrm>
            <a:off x="596505" y="1556275"/>
            <a:ext cx="10900000" cy="42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lang="zh-CN" altLang="en-US" sz="1750" b="1">
                <a:solidFill>
                  <a:srgbClr val="1F4E5F"/>
                </a:solidFill>
                <a:latin typeface="微软雅黑"/>
                <a:ea typeface="微软雅黑"/>
                <a:cs typeface="微软雅黑"/>
              </a:rPr>
              <a:t>关系模式明细：role_permission（角色-权限中间表）</a:t>
            </a:r>
            <a:endParaRPr lang="zh-CN" sz="1750"/>
          </a:p>
        </p:txBody>
      </p:sp>
      <p:sp>
        <p:nvSpPr>
          <p:cNvPr id="4" name="说明"/>
          <p:cNvSpPr txBox="1"/>
          <p:nvPr/>
        </p:nvSpPr>
        <p:spPr>
          <a:xfrm>
            <a:off x="597140" y="2220600"/>
            <a:ext cx="10900000" cy="30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zh-CN" altLang="en-US" sz="1700">
                <a:solidFill>
                  <a:srgbClr val="555555"/>
                </a:solidFill>
                <a:latin typeface="仿宋" charset="0"/>
                <a:ea typeface="仿宋" charset="0"/>
                <a:cs typeface="仿宋" charset="0"/>
              </a:rPr>
              <a:t>role_permission(role_id, permission_id), PK(role_id, permission_id)</a:t>
            </a:r>
            <a:r>
              <a:rPr lang="en-US" altLang="zh-CN" sz="1700">
                <a:solidFill>
                  <a:srgbClr val="555555"/>
                </a:solidFill>
                <a:latin typeface="仿宋" charset="0"/>
                <a:ea typeface="仿宋" charset="0"/>
                <a:cs typeface="仿宋" charset="0"/>
              </a:rPr>
              <a:t> </a:t>
            </a:r>
            <a:r>
              <a:rPr lang="zh-CN" altLang="en-US" sz="1700">
                <a:solidFill>
                  <a:srgbClr val="555555"/>
                </a:solidFill>
                <a:latin typeface="仿宋" charset="0"/>
                <a:ea typeface="仿宋" charset="0"/>
                <a:cs typeface="仿宋" charset="0"/>
              </a:rPr>
              <a:t>把角色与权限点的 N:M 关系转化为中间表。</a:t>
            </a:r>
            <a:endParaRPr lang="zh-CN" altLang="en-US" sz="1700">
              <a:solidFill>
                <a:srgbClr val="555555"/>
              </a:solidFill>
              <a:latin typeface="仿宋" charset="0"/>
              <a:ea typeface="仿宋" charset="0"/>
              <a:cs typeface="仿宋" charset="0"/>
            </a:endParaRPr>
          </a:p>
        </p:txBody>
      </p:sp>
      <p:graphicFrame>
        <p:nvGraphicFramePr>
          <p:cNvPr id="5" name="表格 5"/>
          <p:cNvGraphicFramePr/>
          <p:nvPr/>
        </p:nvGraphicFramePr>
        <p:xfrm>
          <a:off x="686040" y="2736010"/>
          <a:ext cx="11200130" cy="1390015"/>
        </p:xfrm>
        <a:graphic>
          <a:graphicData uri="http://schemas.openxmlformats.org/drawingml/2006/table">
            <a:tbl>
              <a:tblPr firstRow="1" bandRow="1"/>
              <a:tblGrid>
                <a:gridCol w="1420000"/>
                <a:gridCol w="1420000"/>
                <a:gridCol w="1320000"/>
                <a:gridCol w="774700"/>
                <a:gridCol w="2451735"/>
                <a:gridCol w="472440"/>
                <a:gridCol w="1192530"/>
                <a:gridCol w="2148595"/>
              </a:tblGrid>
              <a:tr h="35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字段名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字段描述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数据类型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主键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外键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非空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唯一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CHECK / 说明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role_id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角色编号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BIGINT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是(复合)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-&gt; role.role_id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复合唯一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复合主键字段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permission_id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权限编号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BIGINT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是(复合)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-&gt; permission.permission_id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复合唯一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复合主键字段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数据库设计</a:t>
            </a:r>
            <a:endParaRPr lang="zh-CN" altLang="en-US" sz="2800">
              <a:solidFill>
                <a:srgbClr val="11111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小标题"/>
          <p:cNvSpPr txBox="1"/>
          <p:nvPr/>
        </p:nvSpPr>
        <p:spPr>
          <a:xfrm>
            <a:off x="596505" y="998110"/>
            <a:ext cx="10900000" cy="42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lang="zh-CN" altLang="en-US" sz="1750" b="1">
                <a:solidFill>
                  <a:srgbClr val="1F4E5F"/>
                </a:solidFill>
                <a:latin typeface="微软雅黑"/>
                <a:ea typeface="微软雅黑"/>
                <a:cs typeface="微软雅黑"/>
              </a:rPr>
              <a:t>关系模式明细：purchase_order（采购单）</a:t>
            </a:r>
            <a:endParaRPr lang="zh-CN" sz="1750"/>
          </a:p>
        </p:txBody>
      </p:sp>
      <p:sp>
        <p:nvSpPr>
          <p:cNvPr id="4" name="说明"/>
          <p:cNvSpPr txBox="1"/>
          <p:nvPr/>
        </p:nvSpPr>
        <p:spPr>
          <a:xfrm>
            <a:off x="619760" y="1335405"/>
            <a:ext cx="10899775" cy="6819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zh-CN" altLang="en-US">
                <a:solidFill>
                  <a:srgbClr val="555555"/>
                </a:solidFill>
                <a:latin typeface="仿宋" charset="0"/>
                <a:ea typeface="仿宋" charset="0"/>
                <a:cs typeface="仿宋" charset="0"/>
              </a:rPr>
              <a:t>purchase_order(purchase_order_id, supplier_id, store_id, created_by, order_time, status, total_amount)</a:t>
            </a:r>
            <a:r>
              <a:rPr lang="en-US" altLang="zh-CN">
                <a:solidFill>
                  <a:srgbClr val="555555"/>
                </a:solidFill>
                <a:latin typeface="仿宋" charset="0"/>
                <a:ea typeface="仿宋" charset="0"/>
                <a:cs typeface="仿宋" charset="0"/>
              </a:rPr>
              <a:t> </a:t>
            </a:r>
            <a:r>
              <a:rPr lang="zh-CN" altLang="en-US">
                <a:solidFill>
                  <a:srgbClr val="555555"/>
                </a:solidFill>
                <a:latin typeface="仿宋" charset="0"/>
                <a:ea typeface="仿宋" charset="0"/>
                <a:cs typeface="仿宋" charset="0"/>
              </a:rPr>
              <a:t>采购单记录向供应商下单的业务事实，并落到具体门店。</a:t>
            </a:r>
            <a:endParaRPr lang="zh-CN" altLang="en-US">
              <a:solidFill>
                <a:srgbClr val="555555"/>
              </a:solidFill>
              <a:latin typeface="仿宋" charset="0"/>
              <a:ea typeface="仿宋" charset="0"/>
              <a:cs typeface="仿宋" charset="0"/>
            </a:endParaRPr>
          </a:p>
        </p:txBody>
      </p:sp>
      <p:graphicFrame>
        <p:nvGraphicFramePr>
          <p:cNvPr id="5" name="表格 5"/>
          <p:cNvGraphicFramePr/>
          <p:nvPr/>
        </p:nvGraphicFramePr>
        <p:xfrm>
          <a:off x="620000" y="2052115"/>
          <a:ext cx="11200000" cy="3990000"/>
        </p:xfrm>
        <a:graphic>
          <a:graphicData uri="http://schemas.openxmlformats.org/drawingml/2006/table">
            <a:tbl>
              <a:tblPr firstRow="1" bandRow="1"/>
              <a:tblGrid>
                <a:gridCol w="1420000"/>
                <a:gridCol w="1420000"/>
                <a:gridCol w="1320000"/>
                <a:gridCol w="520000"/>
                <a:gridCol w="2200000"/>
                <a:gridCol w="520000"/>
                <a:gridCol w="620000"/>
                <a:gridCol w="3180000"/>
              </a:tblGrid>
              <a:tr h="35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字段名</a:t>
                      </a:r>
                      <a:endParaRPr lang="zh-CN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字段描述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数据类型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主键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外键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非空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唯一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CHECK / 说明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purchase_order_id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采购单编号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BIGINT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是(PK)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lang="zh-CN" sz="1400">
                        <a:latin typeface="仿宋" charset="0"/>
                        <a:ea typeface="仿宋" charset="0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supplier_id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供应商编号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BIGINT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-&gt; supplier.supplier_id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lang="zh-CN" sz="1400">
                        <a:latin typeface="仿宋" charset="0"/>
                        <a:ea typeface="仿宋" charset="0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store_id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采购门店编号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BIGINT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-&gt; store.store_id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lang="zh-CN" sz="1400">
                        <a:latin typeface="仿宋" charset="0"/>
                        <a:ea typeface="仿宋" charset="0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created_by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创建用户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BIGINT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-&gt; system_user.user_id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lang="zh-CN" sz="1400">
                        <a:latin typeface="仿宋" charset="0"/>
                        <a:ea typeface="仿宋" charset="0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order_time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下单时间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DATETIME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lang="zh-CN" sz="1400">
                        <a:latin typeface="仿宋" charset="0"/>
                        <a:ea typeface="仿宋" charset="0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status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采购状态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VARCHAR(20)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draft / submitted / approved / received / cancelled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total_amount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采购总额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DECIMAL(12,2)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total_amount &gt;= 0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数据库设计</a:t>
            </a:r>
            <a:endParaRPr lang="zh-CN" altLang="en-US" sz="2800">
              <a:solidFill>
                <a:srgbClr val="11111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小标题"/>
          <p:cNvSpPr txBox="1"/>
          <p:nvPr/>
        </p:nvSpPr>
        <p:spPr>
          <a:xfrm>
            <a:off x="620000" y="1097170"/>
            <a:ext cx="10900000" cy="42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lang="zh-CN" altLang="en-US" sz="1750" b="1">
                <a:solidFill>
                  <a:srgbClr val="1F4E5F"/>
                </a:solidFill>
                <a:latin typeface="微软雅黑"/>
                <a:ea typeface="微软雅黑"/>
                <a:cs typeface="微软雅黑"/>
              </a:rPr>
              <a:t>关系模式明细：purchase_order_item（采购明细）</a:t>
            </a:r>
            <a:endParaRPr lang="zh-CN" sz="1750"/>
          </a:p>
        </p:txBody>
      </p:sp>
      <p:sp>
        <p:nvSpPr>
          <p:cNvPr id="4" name="说明"/>
          <p:cNvSpPr txBox="1"/>
          <p:nvPr/>
        </p:nvSpPr>
        <p:spPr>
          <a:xfrm>
            <a:off x="620395" y="1534160"/>
            <a:ext cx="10899775" cy="92773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zh-CN" altLang="en-US">
                <a:solidFill>
                  <a:srgbClr val="555555"/>
                </a:solidFill>
                <a:latin typeface="仿宋" charset="0"/>
                <a:ea typeface="仿宋" charset="0"/>
                <a:cs typeface="仿宋" charset="0"/>
              </a:rPr>
              <a:t>purchase_order_item(purchase_order_id, line_no, product_id, quantity, purchase_price, line_amount), PK(purchase_order_id, line_no)</a:t>
            </a:r>
            <a:br>
              <a:rPr lang="zh-CN">
                <a:latin typeface="仿宋" charset="0"/>
                <a:ea typeface="仿宋" charset="0"/>
                <a:cs typeface="仿宋" charset="0"/>
              </a:rPr>
            </a:br>
            <a:r>
              <a:rPr lang="zh-CN" altLang="en-US">
                <a:solidFill>
                  <a:srgbClr val="555555"/>
                </a:solidFill>
                <a:latin typeface="仿宋" charset="0"/>
                <a:ea typeface="仿宋" charset="0"/>
                <a:cs typeface="仿宋" charset="0"/>
              </a:rPr>
              <a:t>采购明细记录采购商品、数量与采购价。</a:t>
            </a:r>
            <a:endParaRPr lang="zh-CN" altLang="en-US">
              <a:solidFill>
                <a:srgbClr val="555555"/>
              </a:solidFill>
              <a:latin typeface="仿宋" charset="0"/>
              <a:ea typeface="仿宋" charset="0"/>
              <a:cs typeface="仿宋" charset="0"/>
            </a:endParaRPr>
          </a:p>
        </p:txBody>
      </p:sp>
      <p:graphicFrame>
        <p:nvGraphicFramePr>
          <p:cNvPr id="5" name="表格 5"/>
          <p:cNvGraphicFramePr/>
          <p:nvPr/>
        </p:nvGraphicFramePr>
        <p:xfrm>
          <a:off x="620000" y="2621710"/>
          <a:ext cx="11200000" cy="3470000"/>
        </p:xfrm>
        <a:graphic>
          <a:graphicData uri="http://schemas.openxmlformats.org/drawingml/2006/table">
            <a:tbl>
              <a:tblPr firstRow="1" bandRow="1"/>
              <a:tblGrid>
                <a:gridCol w="1420000"/>
                <a:gridCol w="1420000"/>
                <a:gridCol w="1320000"/>
                <a:gridCol w="735965"/>
                <a:gridCol w="1984035"/>
                <a:gridCol w="520000"/>
                <a:gridCol w="620000"/>
                <a:gridCol w="3180000"/>
              </a:tblGrid>
              <a:tr h="35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字段名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字段描述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数据类型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主键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外键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非空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唯一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CHECK / 说明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purchase_order_id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采购单编号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BIGINT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是(复合)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-&gt; purchase_order.purchase_order_id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复合唯一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lang="zh-CN" sz="1400">
                        <a:latin typeface="仿宋" charset="0"/>
                        <a:ea typeface="仿宋" charset="0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line_no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行号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INT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是(复合)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复合唯一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lang="zh-CN" sz="1400">
                        <a:latin typeface="仿宋" charset="0"/>
                        <a:ea typeface="仿宋" charset="0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product_id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商品编号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BIGINT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-&gt; product.product_id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lang="zh-CN" sz="1400">
                        <a:latin typeface="仿宋" charset="0"/>
                        <a:ea typeface="仿宋" charset="0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quantity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采购数量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INT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quantity &gt; 0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purchase_price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采购单价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DECIMAL(10,2)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purchase_price &gt; 0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line_amount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行金额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DECIMAL(12,2)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line_amount = quantity * purchase_price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数据库设计</a:t>
            </a:r>
            <a:endParaRPr lang="zh-CN" altLang="en-US" sz="2800">
              <a:solidFill>
                <a:srgbClr val="11111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小标题"/>
          <p:cNvSpPr txBox="1"/>
          <p:nvPr/>
        </p:nvSpPr>
        <p:spPr>
          <a:xfrm>
            <a:off x="620000" y="1328945"/>
            <a:ext cx="10900000" cy="42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lang="zh-CN" altLang="en-US" sz="1750" b="1">
                <a:solidFill>
                  <a:srgbClr val="1F4E5F"/>
                </a:solidFill>
                <a:latin typeface="微软雅黑"/>
                <a:ea typeface="微软雅黑"/>
                <a:cs typeface="微软雅黑"/>
              </a:rPr>
              <a:t>关系模式明细：stock_in（入库单）</a:t>
            </a:r>
            <a:endParaRPr lang="zh-CN" sz="1750"/>
          </a:p>
        </p:txBody>
      </p:sp>
      <p:sp>
        <p:nvSpPr>
          <p:cNvPr id="4" name="说明"/>
          <p:cNvSpPr txBox="1"/>
          <p:nvPr/>
        </p:nvSpPr>
        <p:spPr>
          <a:xfrm>
            <a:off x="620635" y="1856110"/>
            <a:ext cx="10900000" cy="30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zh-CN" altLang="en-US" sz="1700">
                <a:solidFill>
                  <a:srgbClr val="555555"/>
                </a:solidFill>
                <a:latin typeface="仿宋" charset="0"/>
                <a:ea typeface="仿宋" charset="0"/>
                <a:cs typeface="仿宋" charset="0"/>
              </a:rPr>
              <a:t>stock_in(stock_in_id, purchase_order_id, store_id, operator_id, inbound_time, status)</a:t>
            </a:r>
            <a:br>
              <a:rPr lang="zh-CN" sz="1700">
                <a:latin typeface="仿宋" charset="0"/>
                <a:ea typeface="仿宋" charset="0"/>
                <a:cs typeface="仿宋" charset="0"/>
              </a:rPr>
            </a:br>
            <a:r>
              <a:rPr lang="zh-CN" altLang="en-US" sz="1700">
                <a:solidFill>
                  <a:srgbClr val="555555"/>
                </a:solidFill>
                <a:latin typeface="仿宋" charset="0"/>
                <a:ea typeface="仿宋" charset="0"/>
                <a:cs typeface="仿宋" charset="0"/>
              </a:rPr>
              <a:t>入库单记录到货验收与审核入库，审核通过后增加门店库存。</a:t>
            </a:r>
            <a:endParaRPr lang="zh-CN" altLang="en-US" sz="1700">
              <a:solidFill>
                <a:srgbClr val="555555"/>
              </a:solidFill>
              <a:latin typeface="仿宋" charset="0"/>
              <a:ea typeface="仿宋" charset="0"/>
              <a:cs typeface="仿宋" charset="0"/>
            </a:endParaRPr>
          </a:p>
        </p:txBody>
      </p:sp>
      <p:graphicFrame>
        <p:nvGraphicFramePr>
          <p:cNvPr id="5" name="表格 5"/>
          <p:cNvGraphicFramePr/>
          <p:nvPr/>
        </p:nvGraphicFramePr>
        <p:xfrm>
          <a:off x="620000" y="2501060"/>
          <a:ext cx="11200000" cy="3470000"/>
        </p:xfrm>
        <a:graphic>
          <a:graphicData uri="http://schemas.openxmlformats.org/drawingml/2006/table">
            <a:tbl>
              <a:tblPr firstRow="1" bandRow="1"/>
              <a:tblGrid>
                <a:gridCol w="1420000"/>
                <a:gridCol w="1420000"/>
                <a:gridCol w="1320000"/>
                <a:gridCol w="520000"/>
                <a:gridCol w="2200000"/>
                <a:gridCol w="520000"/>
                <a:gridCol w="620000"/>
                <a:gridCol w="3180000"/>
              </a:tblGrid>
              <a:tr h="35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字段名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字段描述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数据类型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主键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外键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非空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唯一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CHECK / 说明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stock_in_id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入库单编号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BIGINT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是(PK)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lang="zh-CN" sz="1400">
                        <a:latin typeface="仿宋" charset="0"/>
                        <a:ea typeface="仿宋" charset="0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purchase_order_id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采购单编号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BIGINT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-&gt; purchase_order.purchase_order_id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lang="zh-CN" sz="1400">
                        <a:latin typeface="仿宋" charset="0"/>
                        <a:ea typeface="仿宋" charset="0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store_id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入库门店编号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BIGINT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-&gt; store.store_id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lang="zh-CN" sz="1400">
                        <a:latin typeface="仿宋" charset="0"/>
                        <a:ea typeface="仿宋" charset="0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operator_id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操作用户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BIGINT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-&gt; system_user.user_id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lang="zh-CN" sz="1400">
                        <a:latin typeface="仿宋" charset="0"/>
                        <a:ea typeface="仿宋" charset="0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inbound_time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入库时间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DATETIME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lang="zh-CN" sz="1400">
                        <a:latin typeface="仿宋" charset="0"/>
                        <a:ea typeface="仿宋" charset="0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status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入库状态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VARCHAR(20)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pending / approved / rejected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数据库设计</a:t>
            </a:r>
            <a:endParaRPr lang="zh-CN" altLang="en-US" sz="2800">
              <a:solidFill>
                <a:srgbClr val="11111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小标题"/>
          <p:cNvSpPr txBox="1"/>
          <p:nvPr/>
        </p:nvSpPr>
        <p:spPr>
          <a:xfrm>
            <a:off x="620635" y="1341645"/>
            <a:ext cx="10900000" cy="42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lang="zh-CN" altLang="en-US" sz="1750" b="1">
                <a:solidFill>
                  <a:srgbClr val="1F4E5F"/>
                </a:solidFill>
                <a:latin typeface="微软雅黑"/>
                <a:ea typeface="微软雅黑"/>
                <a:cs typeface="微软雅黑"/>
              </a:rPr>
              <a:t>关系模式明细：stock_in_item（入库明细）</a:t>
            </a:r>
            <a:endParaRPr lang="zh-CN" sz="1750"/>
          </a:p>
        </p:txBody>
      </p:sp>
      <p:sp>
        <p:nvSpPr>
          <p:cNvPr id="4" name="说明"/>
          <p:cNvSpPr txBox="1"/>
          <p:nvPr/>
        </p:nvSpPr>
        <p:spPr>
          <a:xfrm>
            <a:off x="620395" y="1863725"/>
            <a:ext cx="10899775" cy="6337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zh-CN" altLang="en-US">
                <a:solidFill>
                  <a:srgbClr val="555555"/>
                </a:solidFill>
                <a:latin typeface="仿宋" charset="0"/>
                <a:ea typeface="仿宋" charset="0"/>
                <a:cs typeface="仿宋" charset="0"/>
              </a:rPr>
              <a:t>stock_in_item(stock_in_id, line_no, product_id, quantity, unit_cost, line_amount), PK(stock_in_id, line_no)</a:t>
            </a:r>
            <a:r>
              <a:rPr lang="en-US" altLang="zh-CN">
                <a:solidFill>
                  <a:srgbClr val="555555"/>
                </a:solidFill>
                <a:latin typeface="仿宋" charset="0"/>
                <a:ea typeface="仿宋" charset="0"/>
                <a:cs typeface="仿宋" charset="0"/>
              </a:rPr>
              <a:t> </a:t>
            </a:r>
            <a:r>
              <a:rPr lang="zh-CN" altLang="en-US">
                <a:solidFill>
                  <a:srgbClr val="555555"/>
                </a:solidFill>
                <a:latin typeface="仿宋" charset="0"/>
                <a:ea typeface="仿宋" charset="0"/>
                <a:cs typeface="仿宋" charset="0"/>
              </a:rPr>
              <a:t>入库明细记录实际入库商品与数量，用于增加 inventory。</a:t>
            </a:r>
            <a:endParaRPr lang="zh-CN" altLang="en-US">
              <a:solidFill>
                <a:srgbClr val="555555"/>
              </a:solidFill>
              <a:latin typeface="仿宋" charset="0"/>
              <a:ea typeface="仿宋" charset="0"/>
              <a:cs typeface="仿宋" charset="0"/>
            </a:endParaRPr>
          </a:p>
        </p:txBody>
      </p:sp>
      <p:graphicFrame>
        <p:nvGraphicFramePr>
          <p:cNvPr id="5" name="表格 5"/>
          <p:cNvGraphicFramePr/>
          <p:nvPr/>
        </p:nvGraphicFramePr>
        <p:xfrm>
          <a:off x="620000" y="2651555"/>
          <a:ext cx="11200130" cy="3470275"/>
        </p:xfrm>
        <a:graphic>
          <a:graphicData uri="http://schemas.openxmlformats.org/drawingml/2006/table">
            <a:tbl>
              <a:tblPr firstRow="1" bandRow="1"/>
              <a:tblGrid>
                <a:gridCol w="1420000"/>
                <a:gridCol w="1420000"/>
                <a:gridCol w="1320000"/>
                <a:gridCol w="777875"/>
                <a:gridCol w="2162175"/>
                <a:gridCol w="481625"/>
                <a:gridCol w="887030"/>
                <a:gridCol w="2731295"/>
              </a:tblGrid>
              <a:tr h="35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字段名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字段描述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数据类型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主键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外键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非空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唯一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CHECK / 说明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stock_in_id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入库单编号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BIGINT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是(复合)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-&gt; stock_in.stock_in_id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复合唯一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lang="zh-CN" sz="1400">
                        <a:latin typeface="仿宋" charset="0"/>
                        <a:ea typeface="仿宋" charset="0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line_no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行号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INT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是(复合)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复合唯一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lang="zh-CN" sz="1400">
                        <a:latin typeface="仿宋" charset="0"/>
                        <a:ea typeface="仿宋" charset="0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product_id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商品编号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BIGINT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-&gt; product.product_id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lang="zh-CN" sz="1400">
                        <a:latin typeface="仿宋" charset="0"/>
                        <a:ea typeface="仿宋" charset="0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quantity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入库数量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INT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quantity &gt; 0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unit_cost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入库成本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DECIMAL(10,2)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unit_cost &gt; 0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line_amount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行金额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DECIMAL(12,2)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line_amount = quantity * unit_cost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数据库设计</a:t>
            </a:r>
            <a:endParaRPr lang="zh-CN" altLang="en-US" sz="2800">
              <a:solidFill>
                <a:srgbClr val="11111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小标题"/>
          <p:cNvSpPr txBox="1"/>
          <p:nvPr/>
        </p:nvSpPr>
        <p:spPr>
          <a:xfrm>
            <a:off x="620000" y="1375935"/>
            <a:ext cx="10900000" cy="42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lang="zh-CN" altLang="en-US" sz="1750" b="1">
                <a:solidFill>
                  <a:srgbClr val="1F4E5F"/>
                </a:solidFill>
                <a:latin typeface="微软雅黑"/>
                <a:ea typeface="微软雅黑"/>
                <a:cs typeface="微软雅黑"/>
              </a:rPr>
              <a:t>关系模式明细：inventory（门店库存）</a:t>
            </a:r>
            <a:endParaRPr lang="zh-CN" sz="1750"/>
          </a:p>
        </p:txBody>
      </p:sp>
      <p:sp>
        <p:nvSpPr>
          <p:cNvPr id="4" name="说明"/>
          <p:cNvSpPr txBox="1"/>
          <p:nvPr/>
        </p:nvSpPr>
        <p:spPr>
          <a:xfrm>
            <a:off x="619760" y="1946910"/>
            <a:ext cx="10899775" cy="72072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zh-CN" altLang="en-US">
                <a:solidFill>
                  <a:srgbClr val="555555"/>
                </a:solidFill>
                <a:latin typeface="仿宋" charset="0"/>
                <a:ea typeface="仿宋" charset="0"/>
                <a:cs typeface="仿宋" charset="0"/>
              </a:rPr>
              <a:t>inventory(store_id, product_id, stock_qty, safety_stock_qty, updated_at), PK(store_id, product_id)</a:t>
            </a:r>
            <a:br>
              <a:rPr lang="zh-CN">
                <a:latin typeface="仿宋" charset="0"/>
                <a:ea typeface="仿宋" charset="0"/>
                <a:cs typeface="仿宋" charset="0"/>
              </a:rPr>
            </a:br>
            <a:r>
              <a:rPr lang="zh-CN" altLang="en-US">
                <a:solidFill>
                  <a:srgbClr val="555555"/>
                </a:solidFill>
                <a:latin typeface="仿宋" charset="0"/>
                <a:ea typeface="仿宋" charset="0"/>
                <a:cs typeface="仿宋" charset="0"/>
              </a:rPr>
              <a:t>库存按门店和商品组合维护，销售扣减、入库增加。</a:t>
            </a:r>
            <a:endParaRPr lang="zh-CN" altLang="en-US">
              <a:solidFill>
                <a:srgbClr val="555555"/>
              </a:solidFill>
              <a:latin typeface="仿宋" charset="0"/>
              <a:ea typeface="仿宋" charset="0"/>
              <a:cs typeface="仿宋" charset="0"/>
            </a:endParaRPr>
          </a:p>
        </p:txBody>
      </p:sp>
      <p:graphicFrame>
        <p:nvGraphicFramePr>
          <p:cNvPr id="5" name="表格 5"/>
          <p:cNvGraphicFramePr/>
          <p:nvPr/>
        </p:nvGraphicFramePr>
        <p:xfrm>
          <a:off x="620000" y="2818560"/>
          <a:ext cx="11200000" cy="2950000"/>
        </p:xfrm>
        <a:graphic>
          <a:graphicData uri="http://schemas.openxmlformats.org/drawingml/2006/table">
            <a:tbl>
              <a:tblPr firstRow="1" bandRow="1"/>
              <a:tblGrid>
                <a:gridCol w="1420000"/>
                <a:gridCol w="1420000"/>
                <a:gridCol w="1320000"/>
                <a:gridCol w="755650"/>
                <a:gridCol w="1964350"/>
                <a:gridCol w="520000"/>
                <a:gridCol w="1040130"/>
                <a:gridCol w="2759870"/>
              </a:tblGrid>
              <a:tr h="35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字段名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字段描述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数据类型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主键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外键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非空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唯一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CHECK / 说明</a:t>
                      </a:r>
                      <a:endParaRPr lang="zh-CN" altLang="en-US" sz="1400" b="1">
                        <a:solidFill>
                          <a:srgbClr val="FFFFFF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1F4E5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store_id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门店编号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BIGINT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是(复合)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-&gt; store.store_id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复合唯一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lang="zh-CN" sz="1400">
                        <a:latin typeface="仿宋" charset="0"/>
                        <a:ea typeface="仿宋" charset="0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product_id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商品编号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BIGINT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是(复合)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-&gt; product.product_id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复合唯一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lang="zh-CN" sz="1400">
                        <a:latin typeface="仿宋" charset="0"/>
                        <a:ea typeface="仿宋" charset="0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stock_qty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库存数量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INT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DEFAULT 0；stock_qty &gt;= 0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safety_stock_qty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安全库存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INT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仿宋" charset="0"/>
                        </a:rPr>
                        <a:t>DEFAULT 0；safety_stock_qty &gt;= 0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仿宋" charset="0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6F8FA"/>
                    </a:solidFill>
                  </a:tcPr>
                </a:tc>
              </a:tr>
              <a:tr h="520000"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updated_at</a:t>
                      </a:r>
                      <a:endParaRPr lang="zh-CN" altLang="en-US" sz="1400" b="1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更新时间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DATETIME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是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11111"/>
                          </a:solidFill>
                          <a:latin typeface="仿宋" charset="0"/>
                          <a:ea typeface="仿宋" charset="0"/>
                          <a:cs typeface="微软雅黑"/>
                        </a:rPr>
                        <a:t>否</a:t>
                      </a:r>
                      <a:endParaRPr lang="zh-CN" altLang="en-US" sz="1400">
                        <a:solidFill>
                          <a:srgbClr val="111111"/>
                        </a:solidFill>
                        <a:latin typeface="仿宋" charset="0"/>
                        <a:ea typeface="仿宋" charset="0"/>
                        <a:cs typeface="微软雅黑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lang="zh-CN" sz="1400">
                        <a:latin typeface="仿宋" charset="0"/>
                        <a:ea typeface="仿宋" charset="0"/>
                      </a:endParaRPr>
                    </a:p>
                  </a:txBody>
                  <a:tcPr marL="42000" marR="42000" marT="24000" marB="24000" anchor="ctr">
                    <a:lnL w="7000" cap="flat" cmpd="sng" algn="ctr">
                      <a:solidFill>
                        <a:srgbClr val="D0D7DE"/>
                      </a:solidFill>
                      <a:prstDash val="solid"/>
                    </a:lnL>
                    <a:lnR w="7000" cap="flat" cmpd="sng" algn="ctr">
                      <a:solidFill>
                        <a:srgbClr val="D0D7DE"/>
                      </a:solidFill>
                      <a:prstDash val="solid"/>
                    </a:lnR>
                    <a:lnT w="7000" cap="flat" cmpd="sng" algn="ctr">
                      <a:solidFill>
                        <a:srgbClr val="D0D7DE"/>
                      </a:solidFill>
                      <a:prstDash val="solid"/>
                    </a:lnT>
                    <a:lnB w="7000" cap="flat" cmpd="sng" algn="ctr">
                      <a:solidFill>
                        <a:srgbClr val="D0D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PRESET_TEXT" val=" WPS,a click to unlimited possibilities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  <p:tag name="KSO_WM_UNIT_CONTENT_GROUP_TYPE" val="contentchip"/>
</p:tagLst>
</file>

<file path=ppt/tags/tag65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文档标题内容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  <p:tag name="KSO_WM_UNIT_CONTENT_GROUP_TYPE" val="contentchip"/>
</p:tagLst>
</file>

<file path=ppt/tags/tag66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  <p:tag name="KSO_WM_UNIT_CONTENT_GROUP_TYPE" val="contentchip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UNIT_PRESET_TEXT" val="01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  <p:tag name="KSO_WM_UNIT_CONTENT_GROUP_TYPE" val="contentchip"/>
</p:tagLst>
</file>

<file path=ppt/tags/tag82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  <p:tag name="KSO_WM_UNIT_CONTENT_GROUP_TYPE" val="contentchip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8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  <p:tag name="KSO_WM_UNIT_CONTENT_GROUP_TYPE" val="titlestyle"/>
</p:tagLst>
</file>

<file path=ppt/tags/tag9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94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96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0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0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1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0*i*1"/>
  <p:tag name="KSO_WM_UNIT_LAYERLEVEL" val="1"/>
  <p:tag name="KSO_WM_TAG_VERSION" val="3.0"/>
</p:tagLst>
</file>

<file path=ppt/tags/tag11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选择预设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  <p:tag name="KSO_WM_UNIT_CONTENT_GROUP_TYPE" val="titlestyle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1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118.xml><?xml version="1.0" encoding="utf-8"?>
<p:tagLst xmlns:p="http://schemas.openxmlformats.org/presentationml/2006/main">
  <p:tag name="KSO_WM_UNIT_ISCONTENTSTITLE" val="0"/>
  <p:tag name="KSO_WM_UNIT_ISNUMDGMTITLE" val="0"/>
  <p:tag name="KSO_WM_UNIT_PRESET_TEXT" val="THANK YOU"/>
  <p:tag name="KSO_WM_UNIT_NOCLEAR" val="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  <p:tag name="KSO_WM_UNIT_CONTENT_GROUP_TYPE" val="contentchip"/>
  <p:tag name="KSO_WM_UNIT_VALUE" val="8"/>
</p:tagLst>
</file>

<file path=ppt/tags/tag119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  <p:tag name="KSO_WM_UNIT_CONTENT_GROUP_TYPE" val="contentchip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2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0244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TEMPLATE_CATEGORY" val="custom"/>
  <p:tag name="KSO_WM_TEMPLATE_INDEX" val="20230244"/>
</p:tagLst>
</file>

<file path=ppt/tags/tag129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0244"/>
  <p:tag name="KSO_WM_TEMPLATE_THUMBS_INDEX" val="1、11"/>
</p:tagLst>
</file>

<file path=ppt/tags/tag130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5"/>
  <p:tag name="KSO_WM_TEMPLATE_MASTER_TYPE" val="0"/>
  <p:tag name="KSO_WM_TEMPLATE_COLOR_TYPE" val="1"/>
  <p:tag name="KSO_WM_UNIT_SHOW_EDIT_AREA_INDICATION" val="1"/>
</p:tagLst>
</file>

<file path=ppt/tags/tag13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</p:tagLst>
</file>

<file path=ppt/tags/tag132.xml><?xml version="1.0" encoding="utf-8"?>
<p:tagLst xmlns:p="http://schemas.openxmlformats.org/presentationml/2006/main">
  <p:tag name="KSO_WM_UNIT_ISCONTENTSTITLE" val="0"/>
  <p:tag name="KSO_WM_UNIT_ISNUMDGMTITLE" val="0"/>
  <p:tag name="KSO_WM_UNIT_PRESET_TEXT" val=" WPS,a click to unlimited possibilities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  <p:tag name="KSO_WM_UNIT_CONTENT_GROUP_TYPE" val="contentchip"/>
</p:tagLst>
</file>

<file path=ppt/tags/tag133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文档标题内容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  <p:tag name="KSO_WM_UNIT_CONTENT_GROUP_TYPE" val="contentchip"/>
</p:tagLst>
</file>

<file path=ppt/tags/tag134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  <p:tag name="KSO_WM_UNIT_CONTENT_GROUP_TYPE" val="contentchip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3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4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44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149.xml><?xml version="1.0" encoding="utf-8"?>
<p:tagLst xmlns:p="http://schemas.openxmlformats.org/presentationml/2006/main">
  <p:tag name="KSO_WM_UNIT_PRESET_TEXT" val="01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  <p:tag name="KSO_WM_UNIT_CONTENT_GROUP_TYPE" val="contentchip"/>
</p:tagLst>
</file>

<file path=ppt/tags/tag150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  <p:tag name="KSO_WM_UNIT_CONTENT_GROUP_TYPE" val="contentchip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5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15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5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160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  <p:tag name="KSO_WM_UNIT_CONTENT_GROUP_TYPE" val="titlestyle"/>
</p:tagLst>
</file>

<file path=ppt/tags/tag16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162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16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164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7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7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7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0*i*1"/>
  <p:tag name="KSO_WM_UNIT_LAYERLEVEL" val="1"/>
  <p:tag name="KSO_WM_TAG_VERSION" val="3.0"/>
</p:tagLst>
</file>

<file path=ppt/tags/tag18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选择预设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  <p:tag name="KSO_WM_UNIT_CONTENT_GROUP_TYPE" val="titlestyle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8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186.xml><?xml version="1.0" encoding="utf-8"?>
<p:tagLst xmlns:p="http://schemas.openxmlformats.org/presentationml/2006/main">
  <p:tag name="KSO_WM_UNIT_ISCONTENTSTITLE" val="0"/>
  <p:tag name="KSO_WM_UNIT_ISNUMDGMTITLE" val="0"/>
  <p:tag name="KSO_WM_UNIT_PRESET_TEXT" val="THANK YOU"/>
  <p:tag name="KSO_WM_UNIT_NOCLEAR" val="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  <p:tag name="KSO_WM_UNIT_CONTENT_GROUP_TYPE" val="contentchip"/>
  <p:tag name="KSO_WM_UNIT_VALUE" val="8"/>
</p:tagLst>
</file>

<file path=ppt/tags/tag187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  <p:tag name="KSO_WM_UNIT_CONTENT_GROUP_TYPE" val="contentchip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9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0244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TEMPLATE_CATEGORY" val="custom"/>
  <p:tag name="KSO_WM_TEMPLATE_INDEX" val="20230244"/>
</p:tagLst>
</file>

<file path=ppt/tags/tag197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0244"/>
  <p:tag name="KSO_WM_TEMPLATE_THUMBS_INDEX" val="1、11"/>
</p:tagLst>
</file>

<file path=ppt/tags/tag198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5"/>
  <p:tag name="KSO_WM_TEMPLATE_MASTER_TYPE" val="0"/>
  <p:tag name="KSO_WM_TEMPLATE_COLOR_TYPE" val="1"/>
  <p:tag name="KSO_WM_UNIT_SHOW_EDIT_AREA_INDICATION" val="1"/>
</p:tagLst>
</file>

<file path=ppt/tags/tag199.xml><?xml version="1.0" encoding="utf-8"?>
<p:tagLst xmlns:p="http://schemas.openxmlformats.org/presentationml/2006/main"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0244_1*f*1"/>
  <p:tag name="KSO_WM_TEMPLATE_CATEGORY" val="custom"/>
  <p:tag name="KSO_WM_TEMPLATE_INDEX" val="20230244"/>
  <p:tag name="KSO_WM_UNIT_LAYERLEVEL" val="1"/>
  <p:tag name="KSO_WM_TAG_VERSION" val="3.0"/>
  <p:tag name="KSO_WM_BEAUTIFY_FLAG" val="#wm#"/>
  <p:tag name="KSO_WM_UNIT_CONTENT_GROUP_TYPE" val="contentchip"/>
</p:tagLst>
</file>

<file path=ppt/tags/tag20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30244_1*b*1"/>
  <p:tag name="KSO_WM_TEMPLATE_CATEGORY" val="custom"/>
  <p:tag name="KSO_WM_TEMPLATE_INDEX" val="20230244"/>
  <p:tag name="KSO_WM_UNIT_LAYERLEVEL" val="1"/>
  <p:tag name="KSO_WM_TAG_VERSION" val="3.0"/>
  <p:tag name="KSO_WM_BEAUTIFY_FLAG" val="#wm#"/>
  <p:tag name="KSO_WM_UNIT_CONTENT_GROUP_TYPE" val="contentchip"/>
  <p:tag name="KSO_WM_UNIT_PRESET_TEXT" val=" WPS,a click to unlimited possibilities"/>
  <p:tag name="KSO_WM_UNIT_TEXT_TYPE" val="1"/>
</p:tagLst>
</file>

<file path=ppt/tags/tag20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44_1*a*1"/>
  <p:tag name="KSO_WM_TEMPLATE_CATEGORY" val="custom"/>
  <p:tag name="KSO_WM_TEMPLATE_INDEX" val="20230244"/>
  <p:tag name="KSO_WM_UNIT_LAYERLEVEL" val="1"/>
  <p:tag name="KSO_WM_TAG_VERSION" val="3.0"/>
  <p:tag name="KSO_WM_BEAUTIFY_FLAG" val="#wm#"/>
  <p:tag name="KSO_WM_UNIT_CONTENT_GROUP_TYPE" val="contentchip"/>
  <p:tag name="KSO_WM_UNIT_PRESET_TEXT" val="添加文档标题内容"/>
  <p:tag name="KSO_WM_UNIT_TEXT_TYPE" val="1"/>
</p:tagLst>
</file>

<file path=ppt/tags/tag202.xml><?xml version="1.0" encoding="utf-8"?>
<p:tagLst xmlns:p="http://schemas.openxmlformats.org/presentationml/2006/main">
  <p:tag name="KSO_WM_SLIDE_ID" val="custom20230244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0244"/>
  <p:tag name="KSO_WM_SLIDE_LAYOUT" val="a_b_f"/>
  <p:tag name="KSO_WM_SLIDE_LAYOUT_CNT" val="1_1_1"/>
  <p:tag name="KSO_WM_TEMPLATE_THUMBS_INDEX" val="1、11"/>
  <p:tag name="KSO_WM_SLIDE_CONTENT_AREA" val="{&quot;left&quot;:&quot;58.35&quot;,&quot;top&quot;:&quot;94.55&quot;,&quot;width&quot;:&quot;600.15&quot;,&quot;height&quot;:&quot;297&quot;}"/>
  <p:tag name="KSO_WM_SLIDE_THEME_ID" val="3302934"/>
  <p:tag name="KSO_WM_SLIDE_THEME_NAME" val="蓝色简约风主题"/>
</p:tagLst>
</file>

<file path=ppt/tags/tag203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44_6*a*1"/>
  <p:tag name="KSO_WM_TEMPLATE_CATEGORY" val="custom"/>
  <p:tag name="KSO_WM_TEMPLATE_INDEX" val="20230244"/>
  <p:tag name="KSO_WM_UNIT_LAYERLEVEL" val="1"/>
  <p:tag name="KSO_WM_TAG_VERSION" val="3.0"/>
  <p:tag name="KSO_WM_BEAUTIFY_FLAG" val="#wm#"/>
  <p:tag name="KSO_WM_DIAGRAM_GROUP_CODE" val="l1-1"/>
</p:tagLst>
</file>

<file path=ppt/tags/tag20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custom20230244_6*l_h_i*1_1_1"/>
  <p:tag name="KSO_WM_TEMPLATE_CATEGORY" val="custom"/>
  <p:tag name="KSO_WM_TEMPLATE_INDEX" val="20230244"/>
  <p:tag name="KSO_WM_UNIT_LAYERLEVEL" val="1_1_1"/>
  <p:tag name="KSO_WM_TAG_VERSION" val="3.0"/>
  <p:tag name="KSO_WM_DIAGRAM_VERSION" val="3"/>
  <p:tag name="KSO_WM_DIAGRAM_MAX_ITEMCNT" val="8"/>
  <p:tag name="KSO_WM_DIAGRAM_MIN_ITEMCNT" val="2"/>
  <p:tag name="KSO_WM_DIAGRAM_VIRTUALLY_FRAME" val="{&quot;height&quot;:471.95001220703125,&quot;left&quot;:302.8500122070312,&quot;top&quot;:87.39999389648438,&quot;width&quot;:593.3499755859375}"/>
  <p:tag name="KSO_WM_DIAGRAM_COLOR_TRICK" val="1"/>
  <p:tag name="KSO_WM_DIAGRAM_COLOR_TEXT_CAN_REMOVE" val="n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0,&quot;colorType&quot;:1,&quot;foreColorIndex&quot;:5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2"/>
  <p:tag name="KSO_WM_UNIT_ID" val="custom20230244_6*l_h_i*1_1_2"/>
  <p:tag name="KSO_WM_TEMPLATE_CATEGORY" val="custom"/>
  <p:tag name="KSO_WM_TEMPLATE_INDEX" val="20230244"/>
  <p:tag name="KSO_WM_UNIT_LAYERLEVEL" val="1_1_1"/>
  <p:tag name="KSO_WM_TAG_VERSION" val="3.0"/>
  <p:tag name="KSO_WM_BEAUTIFY_FLAG" val="#wm#"/>
  <p:tag name="KSO_WM_UNIT_FILL_FORE_SCHEMECOLOR_INDEX_1_BRIGHTNESS" val="0"/>
  <p:tag name="KSO_WM_UNIT_FILL_FORE_SCHEMECOLOR_INDEX_1" val="8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6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9"/>
  <p:tag name="KSO_WM_UNIT_FILL_FORE_SCHEMECOLOR_INDEX_3_POS" val="1"/>
  <p:tag name="KSO_WM_UNIT_FILL_FORE_SCHEMECOLOR_INDEX_3_TRANS" val="0"/>
  <p:tag name="KSO_WM_UNIT_FILL_GRADIENT_TYPE" val="2"/>
  <p:tag name="KSO_WM_UNIT_FILL_GRADIENT_ANGLE" val="0"/>
  <p:tag name="KSO_WM_UNIT_FILL_GRADIENT_DIRECTION" val="12"/>
  <p:tag name="KSO_WM_UNIT_FILL_TYPE" val="3"/>
  <p:tag name="KSO_WM_UNIT_SHADOW_SCHEMECOLOR_INDEX_BRIGHTNESS" val="0"/>
  <p:tag name="KSO_WM_UNIT_SHADOW_SCHEMECOLOR_INDEX" val="7"/>
  <p:tag name="KSO_WM_UNIT_TEXT_FILL_FORE_SCHEMECOLOR_INDEX_BRIGHTNESS" val="0"/>
  <p:tag name="KSO_WM_UNIT_TEXT_FILL_FORE_SCHEMECOLOR_INDEX" val="14"/>
  <p:tag name="KSO_WM_UNIT_TEXT_FILL_TYPE" val="1"/>
  <p:tag name="KSO_WM_DIAGRAM_GROUP_CODE" val="l1-1"/>
  <p:tag name="KSO_WM_DIAGRAM_VERSION" val="3"/>
  <p:tag name="KSO_WM_DIAGRAM_MAX_ITEMCNT" val="8"/>
  <p:tag name="KSO_WM_DIAGRAM_MIN_ITEMCNT" val="2"/>
  <p:tag name="KSO_WM_DIAGRAM_VIRTUALLY_FRAME" val="{&quot;height&quot;:471.95001220703125,&quot;left&quot;:302.8500122070312,&quot;top&quot;:87.39999389648438,&quot;width&quot;:593.3499755859375}"/>
  <p:tag name="KSO_WM_DIAGRAM_COLOR_TRICK" val="1"/>
  <p:tag name="KSO_WM_DIAGRAM_COLOR_TEXT_CAN_REMOVE" val="n"/>
  <p:tag name="KSO_WM_DIAGRAM_COLOR_MATCH_VALUE" val="{&quot;shape&quot;:{&quot;fill&quot;:{&quot;gradient&quot;:[{&quot;brightness&quot;:0,&quot;colorType&quot;:1,&quot;foreColorIndex&quot;:5,&quot;pos&quot;:1,&quot;transparency&quot;:0},{&quot;brightness&quot;:0,&quot;colorType&quot;:1,&quot;foreColorIndex&quot;:6,&quot;pos&quot;:0.20000000298023224,&quot;transparency&quot;:0.3499999940395355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0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1_1"/>
  <p:tag name="KSO_WM_TEMPLATE_CATEGORY" val="custom"/>
  <p:tag name="KSO_WM_TEMPLATE_INDEX" val="20230244"/>
  <p:tag name="KSO_WM_UNIT_LAYERLEVEL" val="1_1_1"/>
  <p:tag name="KSO_WM_TAG_VERSION" val="3.0"/>
  <p:tag name="KSO_WM_BEAUTIFY_FLAG" val="#wm#"/>
  <p:tag name="KSO_WM_DIAGRAM_GROUP_CODE" val="l1-1"/>
  <p:tag name="KSO_WM_UNIT_TYPE" val="l_h_f"/>
  <p:tag name="KSO_WM_UNIT_ID" val="custom20230244_6*l_h_f*1_1_1"/>
  <p:tag name="KSO_WM_DIAGRAM_VERSION" val="3"/>
  <p:tag name="KSO_WM_DIAGRAM_MAX_ITEMCNT" val="8"/>
  <p:tag name="KSO_WM_DIAGRAM_MIN_ITEMCNT" val="2"/>
  <p:tag name="KSO_WM_DIAGRAM_VIRTUALLY_FRAME" val="{&quot;height&quot;:471.95001220703125,&quot;left&quot;:302.8500122070312,&quot;top&quot;:87.39999389648438,&quot;width&quot;:593.3499755859375}"/>
  <p:tag name="KSO_WM_DIAGRAM_COLOR_TRICK" val="1"/>
  <p:tag name="KSO_WM_DIAGRAM_COLOR_TEXT_CAN_REMOVE" val="n"/>
  <p:tag name="KSO_WM_UNIT_SUBTYPE" val="a"/>
  <p:tag name="KSO_WM_UNIT_PRESET_TEXT" val="单击添加目录标题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6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</p:tagLst>
</file>

<file path=ppt/tags/tag20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custom20230244_6*l_h_i*1_2_1"/>
  <p:tag name="KSO_WM_TEMPLATE_CATEGORY" val="custom"/>
  <p:tag name="KSO_WM_TEMPLATE_INDEX" val="20230244"/>
  <p:tag name="KSO_WM_UNIT_LAYERLEVEL" val="1_1_1"/>
  <p:tag name="KSO_WM_TAG_VERSION" val="3.0"/>
  <p:tag name="KSO_WM_DIAGRAM_VERSION" val="3"/>
  <p:tag name="KSO_WM_DIAGRAM_MAX_ITEMCNT" val="8"/>
  <p:tag name="KSO_WM_DIAGRAM_MIN_ITEMCNT" val="2"/>
  <p:tag name="KSO_WM_DIAGRAM_VIRTUALLY_FRAME" val="{&quot;height&quot;:471.95001220703125,&quot;left&quot;:302.8500122070312,&quot;top&quot;:87.39999389648438,&quot;width&quot;:593.3499755859375}"/>
  <p:tag name="KSO_WM_DIAGRAM_COLOR_TRICK" val="1"/>
  <p:tag name="KSO_WM_DIAGRAM_COLOR_TEXT_CAN_REMOVE" val="n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0,&quot;colorType&quot;:1,&quot;foreColorIndex&quot;:5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2"/>
  <p:tag name="KSO_WM_UNIT_ID" val="custom20230244_6*l_h_i*1_2_2"/>
  <p:tag name="KSO_WM_TEMPLATE_CATEGORY" val="custom"/>
  <p:tag name="KSO_WM_TEMPLATE_INDEX" val="20230244"/>
  <p:tag name="KSO_WM_UNIT_LAYERLEVEL" val="1_1_1"/>
  <p:tag name="KSO_WM_TAG_VERSION" val="3.0"/>
  <p:tag name="KSO_WM_BEAUTIFY_FLAG" val="#wm#"/>
  <p:tag name="KSO_WM_UNIT_FILL_FORE_SCHEMECOLOR_INDEX_1_BRIGHTNESS" val="0"/>
  <p:tag name="KSO_WM_UNIT_FILL_FORE_SCHEMECOLOR_INDEX_1" val="8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6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9"/>
  <p:tag name="KSO_WM_UNIT_FILL_FORE_SCHEMECOLOR_INDEX_3_POS" val="1"/>
  <p:tag name="KSO_WM_UNIT_FILL_FORE_SCHEMECOLOR_INDEX_3_TRANS" val="0"/>
  <p:tag name="KSO_WM_UNIT_FILL_GRADIENT_TYPE" val="2"/>
  <p:tag name="KSO_WM_UNIT_FILL_GRADIENT_ANGLE" val="0"/>
  <p:tag name="KSO_WM_UNIT_FILL_GRADIENT_DIRECTION" val="12"/>
  <p:tag name="KSO_WM_UNIT_FILL_TYPE" val="3"/>
  <p:tag name="KSO_WM_UNIT_SHADOW_SCHEMECOLOR_INDEX_BRIGHTNESS" val="0"/>
  <p:tag name="KSO_WM_UNIT_SHADOW_SCHEMECOLOR_INDEX" val="7"/>
  <p:tag name="KSO_WM_UNIT_TEXT_FILL_FORE_SCHEMECOLOR_INDEX_BRIGHTNESS" val="0"/>
  <p:tag name="KSO_WM_UNIT_TEXT_FILL_FORE_SCHEMECOLOR_INDEX" val="14"/>
  <p:tag name="KSO_WM_UNIT_TEXT_FILL_TYPE" val="1"/>
  <p:tag name="KSO_WM_DIAGRAM_GROUP_CODE" val="l1-1"/>
  <p:tag name="KSO_WM_DIAGRAM_VERSION" val="3"/>
  <p:tag name="KSO_WM_DIAGRAM_MAX_ITEMCNT" val="8"/>
  <p:tag name="KSO_WM_DIAGRAM_MIN_ITEMCNT" val="2"/>
  <p:tag name="KSO_WM_DIAGRAM_VIRTUALLY_FRAME" val="{&quot;height&quot;:471.95001220703125,&quot;left&quot;:302.8500122070312,&quot;top&quot;:87.39999389648438,&quot;width&quot;:593.3499755859375}"/>
  <p:tag name="KSO_WM_DIAGRAM_COLOR_TRICK" val="1"/>
  <p:tag name="KSO_WM_DIAGRAM_COLOR_TEXT_CAN_REMOVE" val="n"/>
  <p:tag name="KSO_WM_DIAGRAM_COLOR_MATCH_VALUE" val="{&quot;shape&quot;:{&quot;fill&quot;:{&quot;gradient&quot;:[{&quot;brightness&quot;:0,&quot;colorType&quot;:1,&quot;foreColorIndex&quot;:5,&quot;pos&quot;:1,&quot;transparency&quot;:0},{&quot;brightness&quot;:0,&quot;colorType&quot;:1,&quot;foreColorIndex&quot;:6,&quot;pos&quot;:0.20000000298023224,&quot;transparency&quot;:0.3499999940395355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0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2_1"/>
  <p:tag name="KSO_WM_TEMPLATE_CATEGORY" val="custom"/>
  <p:tag name="KSO_WM_TEMPLATE_INDEX" val="20230244"/>
  <p:tag name="KSO_WM_UNIT_LAYERLEVEL" val="1_1_1"/>
  <p:tag name="KSO_WM_TAG_VERSION" val="3.0"/>
  <p:tag name="KSO_WM_BEAUTIFY_FLAG" val="#wm#"/>
  <p:tag name="KSO_WM_DIAGRAM_GROUP_CODE" val="l1-1"/>
  <p:tag name="KSO_WM_UNIT_TYPE" val="l_h_f"/>
  <p:tag name="KSO_WM_UNIT_ID" val="custom20230244_6*l_h_f*1_2_1"/>
  <p:tag name="KSO_WM_DIAGRAM_VERSION" val="3"/>
  <p:tag name="KSO_WM_DIAGRAM_MAX_ITEMCNT" val="8"/>
  <p:tag name="KSO_WM_DIAGRAM_MIN_ITEMCNT" val="2"/>
  <p:tag name="KSO_WM_DIAGRAM_VIRTUALLY_FRAME" val="{&quot;height&quot;:471.95001220703125,&quot;left&quot;:302.8500122070312,&quot;top&quot;:87.39999389648438,&quot;width&quot;:593.3499755859375}"/>
  <p:tag name="KSO_WM_DIAGRAM_COLOR_TRICK" val="1"/>
  <p:tag name="KSO_WM_DIAGRAM_COLOR_TEXT_CAN_REMOVE" val="n"/>
  <p:tag name="KSO_WM_UNIT_SUBTYPE" val="a"/>
  <p:tag name="KSO_WM_UNIT_PRESET_TEXT" val="单击添加目录标题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6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</p:tagLst>
</file>

<file path=ppt/tags/tag21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custom20230244_6*l_h_i*1_3_1"/>
  <p:tag name="KSO_WM_TEMPLATE_CATEGORY" val="custom"/>
  <p:tag name="KSO_WM_TEMPLATE_INDEX" val="20230244"/>
  <p:tag name="KSO_WM_UNIT_LAYERLEVEL" val="1_1_1"/>
  <p:tag name="KSO_WM_TAG_VERSION" val="3.0"/>
  <p:tag name="KSO_WM_DIAGRAM_VERSION" val="3"/>
  <p:tag name="KSO_WM_DIAGRAM_MAX_ITEMCNT" val="8"/>
  <p:tag name="KSO_WM_DIAGRAM_MIN_ITEMCNT" val="2"/>
  <p:tag name="KSO_WM_DIAGRAM_VIRTUALLY_FRAME" val="{&quot;height&quot;:471.95001220703125,&quot;left&quot;:302.8500122070312,&quot;top&quot;:87.39999389648438,&quot;width&quot;:593.3499755859375}"/>
  <p:tag name="KSO_WM_DIAGRAM_COLOR_TRICK" val="1"/>
  <p:tag name="KSO_WM_DIAGRAM_COLOR_TEXT_CAN_REMOVE" val="n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0,&quot;colorType&quot;:1,&quot;foreColorIndex&quot;:5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2"/>
  <p:tag name="KSO_WM_UNIT_ID" val="custom20230244_6*l_h_i*1_3_2"/>
  <p:tag name="KSO_WM_TEMPLATE_CATEGORY" val="custom"/>
  <p:tag name="KSO_WM_TEMPLATE_INDEX" val="20230244"/>
  <p:tag name="KSO_WM_UNIT_LAYERLEVEL" val="1_1_1"/>
  <p:tag name="KSO_WM_TAG_VERSION" val="3.0"/>
  <p:tag name="KSO_WM_BEAUTIFY_FLAG" val="#wm#"/>
  <p:tag name="KSO_WM_UNIT_FILL_FORE_SCHEMECOLOR_INDEX_1_BRIGHTNESS" val="0"/>
  <p:tag name="KSO_WM_UNIT_FILL_FORE_SCHEMECOLOR_INDEX_1" val="8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6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9"/>
  <p:tag name="KSO_WM_UNIT_FILL_FORE_SCHEMECOLOR_INDEX_3_POS" val="1"/>
  <p:tag name="KSO_WM_UNIT_FILL_FORE_SCHEMECOLOR_INDEX_3_TRANS" val="0"/>
  <p:tag name="KSO_WM_UNIT_FILL_GRADIENT_TYPE" val="2"/>
  <p:tag name="KSO_WM_UNIT_FILL_GRADIENT_ANGLE" val="0"/>
  <p:tag name="KSO_WM_UNIT_FILL_GRADIENT_DIRECTION" val="12"/>
  <p:tag name="KSO_WM_UNIT_FILL_TYPE" val="3"/>
  <p:tag name="KSO_WM_UNIT_SHADOW_SCHEMECOLOR_INDEX_BRIGHTNESS" val="0"/>
  <p:tag name="KSO_WM_UNIT_SHADOW_SCHEMECOLOR_INDEX" val="7"/>
  <p:tag name="KSO_WM_UNIT_TEXT_FILL_FORE_SCHEMECOLOR_INDEX_BRIGHTNESS" val="0"/>
  <p:tag name="KSO_WM_UNIT_TEXT_FILL_FORE_SCHEMECOLOR_INDEX" val="14"/>
  <p:tag name="KSO_WM_UNIT_TEXT_FILL_TYPE" val="1"/>
  <p:tag name="KSO_WM_DIAGRAM_GROUP_CODE" val="l1-1"/>
  <p:tag name="KSO_WM_DIAGRAM_VERSION" val="3"/>
  <p:tag name="KSO_WM_DIAGRAM_MAX_ITEMCNT" val="8"/>
  <p:tag name="KSO_WM_DIAGRAM_MIN_ITEMCNT" val="2"/>
  <p:tag name="KSO_WM_DIAGRAM_VIRTUALLY_FRAME" val="{&quot;height&quot;:471.95001220703125,&quot;left&quot;:302.8500122070312,&quot;top&quot;:87.39999389648438,&quot;width&quot;:593.3499755859375}"/>
  <p:tag name="KSO_WM_DIAGRAM_COLOR_TRICK" val="1"/>
  <p:tag name="KSO_WM_DIAGRAM_COLOR_TEXT_CAN_REMOVE" val="n"/>
  <p:tag name="KSO_WM_DIAGRAM_COLOR_MATCH_VALUE" val="{&quot;shape&quot;:{&quot;fill&quot;:{&quot;gradient&quot;:[{&quot;brightness&quot;:0,&quot;colorType&quot;:1,&quot;foreColorIndex&quot;:5,&quot;pos&quot;:1,&quot;transparency&quot;:0},{&quot;brightness&quot;:0,&quot;colorType&quot;:1,&quot;foreColorIndex&quot;:6,&quot;pos&quot;:0.20000000298023224,&quot;transparency&quot;:0.3499999940395355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1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3_1"/>
  <p:tag name="KSO_WM_TEMPLATE_CATEGORY" val="custom"/>
  <p:tag name="KSO_WM_TEMPLATE_INDEX" val="20230244"/>
  <p:tag name="KSO_WM_UNIT_LAYERLEVEL" val="1_1_1"/>
  <p:tag name="KSO_WM_TAG_VERSION" val="3.0"/>
  <p:tag name="KSO_WM_BEAUTIFY_FLAG" val="#wm#"/>
  <p:tag name="KSO_WM_DIAGRAM_GROUP_CODE" val="l1-1"/>
  <p:tag name="KSO_WM_UNIT_TYPE" val="l_h_f"/>
  <p:tag name="KSO_WM_UNIT_ID" val="custom20230244_6*l_h_f*1_3_1"/>
  <p:tag name="KSO_WM_DIAGRAM_VERSION" val="3"/>
  <p:tag name="KSO_WM_DIAGRAM_MAX_ITEMCNT" val="8"/>
  <p:tag name="KSO_WM_DIAGRAM_MIN_ITEMCNT" val="2"/>
  <p:tag name="KSO_WM_DIAGRAM_VIRTUALLY_FRAME" val="{&quot;height&quot;:471.95001220703125,&quot;left&quot;:302.8500122070312,&quot;top&quot;:87.39999389648438,&quot;width&quot;:593.3499755859375}"/>
  <p:tag name="KSO_WM_DIAGRAM_COLOR_TRICK" val="1"/>
  <p:tag name="KSO_WM_DIAGRAM_COLOR_TEXT_CAN_REMOVE" val="n"/>
  <p:tag name="KSO_WM_UNIT_SUBTYPE" val="a"/>
  <p:tag name="KSO_WM_UNIT_PRESET_TEXT" val="单击添加目录标题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6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</p:tagLst>
</file>

<file path=ppt/tags/tag21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custom20230244_6*l_h_i*1_4_1"/>
  <p:tag name="KSO_WM_TEMPLATE_CATEGORY" val="custom"/>
  <p:tag name="KSO_WM_TEMPLATE_INDEX" val="20230244"/>
  <p:tag name="KSO_WM_UNIT_LAYERLEVEL" val="1_1_1"/>
  <p:tag name="KSO_WM_TAG_VERSION" val="3.0"/>
  <p:tag name="KSO_WM_DIAGRAM_VERSION" val="3"/>
  <p:tag name="KSO_WM_DIAGRAM_MAX_ITEMCNT" val="8"/>
  <p:tag name="KSO_WM_DIAGRAM_MIN_ITEMCNT" val="2"/>
  <p:tag name="KSO_WM_DIAGRAM_VIRTUALLY_FRAME" val="{&quot;height&quot;:471.95001220703125,&quot;left&quot;:302.8500122070312,&quot;top&quot;:87.39999389648438,&quot;width&quot;:593.3499755859375}"/>
  <p:tag name="KSO_WM_DIAGRAM_COLOR_TRICK" val="1"/>
  <p:tag name="KSO_WM_DIAGRAM_COLOR_TEXT_CAN_REMOVE" val="n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0,&quot;colorType&quot;:1,&quot;foreColorIndex&quot;:5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2"/>
  <p:tag name="KSO_WM_UNIT_ID" val="custom20230244_6*l_h_i*1_4_2"/>
  <p:tag name="KSO_WM_TEMPLATE_CATEGORY" val="custom"/>
  <p:tag name="KSO_WM_TEMPLATE_INDEX" val="20230244"/>
  <p:tag name="KSO_WM_UNIT_LAYERLEVEL" val="1_1_1"/>
  <p:tag name="KSO_WM_TAG_VERSION" val="3.0"/>
  <p:tag name="KSO_WM_BEAUTIFY_FLAG" val="#wm#"/>
  <p:tag name="KSO_WM_UNIT_FILL_FORE_SCHEMECOLOR_INDEX_1_BRIGHTNESS" val="0"/>
  <p:tag name="KSO_WM_UNIT_FILL_FORE_SCHEMECOLOR_INDEX_1" val="8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6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9"/>
  <p:tag name="KSO_WM_UNIT_FILL_FORE_SCHEMECOLOR_INDEX_3_POS" val="1"/>
  <p:tag name="KSO_WM_UNIT_FILL_FORE_SCHEMECOLOR_INDEX_3_TRANS" val="0"/>
  <p:tag name="KSO_WM_UNIT_FILL_GRADIENT_TYPE" val="2"/>
  <p:tag name="KSO_WM_UNIT_FILL_GRADIENT_ANGLE" val="0"/>
  <p:tag name="KSO_WM_UNIT_FILL_GRADIENT_DIRECTION" val="12"/>
  <p:tag name="KSO_WM_UNIT_FILL_TYPE" val="3"/>
  <p:tag name="KSO_WM_UNIT_SHADOW_SCHEMECOLOR_INDEX_BRIGHTNESS" val="0"/>
  <p:tag name="KSO_WM_UNIT_SHADOW_SCHEMECOLOR_INDEX" val="7"/>
  <p:tag name="KSO_WM_UNIT_TEXT_FILL_FORE_SCHEMECOLOR_INDEX_BRIGHTNESS" val="0"/>
  <p:tag name="KSO_WM_UNIT_TEXT_FILL_FORE_SCHEMECOLOR_INDEX" val="14"/>
  <p:tag name="KSO_WM_UNIT_TEXT_FILL_TYPE" val="1"/>
  <p:tag name="KSO_WM_DIAGRAM_GROUP_CODE" val="l1-1"/>
  <p:tag name="KSO_WM_DIAGRAM_VERSION" val="3"/>
  <p:tag name="KSO_WM_DIAGRAM_MAX_ITEMCNT" val="8"/>
  <p:tag name="KSO_WM_DIAGRAM_MIN_ITEMCNT" val="2"/>
  <p:tag name="KSO_WM_DIAGRAM_VIRTUALLY_FRAME" val="{&quot;height&quot;:471.95001220703125,&quot;left&quot;:302.8500122070312,&quot;top&quot;:87.39999389648438,&quot;width&quot;:593.3499755859375}"/>
  <p:tag name="KSO_WM_DIAGRAM_COLOR_TRICK" val="1"/>
  <p:tag name="KSO_WM_DIAGRAM_COLOR_TEXT_CAN_REMOVE" val="n"/>
  <p:tag name="KSO_WM_DIAGRAM_COLOR_MATCH_VALUE" val="{&quot;shape&quot;:{&quot;fill&quot;:{&quot;gradient&quot;:[{&quot;brightness&quot;:0,&quot;colorType&quot;:1,&quot;foreColorIndex&quot;:5,&quot;pos&quot;:1,&quot;transparency&quot;:0},{&quot;brightness&quot;:0,&quot;colorType&quot;:1,&quot;foreColorIndex&quot;:6,&quot;pos&quot;:0.20000000298023224,&quot;transparency&quot;:0.3499999940395355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1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4_1"/>
  <p:tag name="KSO_WM_TEMPLATE_CATEGORY" val="custom"/>
  <p:tag name="KSO_WM_TEMPLATE_INDEX" val="20230244"/>
  <p:tag name="KSO_WM_UNIT_LAYERLEVEL" val="1_1_1"/>
  <p:tag name="KSO_WM_TAG_VERSION" val="3.0"/>
  <p:tag name="KSO_WM_BEAUTIFY_FLAG" val="#wm#"/>
  <p:tag name="KSO_WM_DIAGRAM_GROUP_CODE" val="l1-1"/>
  <p:tag name="KSO_WM_UNIT_TYPE" val="l_h_f"/>
  <p:tag name="KSO_WM_UNIT_ID" val="custom20230244_6*l_h_f*1_4_1"/>
  <p:tag name="KSO_WM_DIAGRAM_VERSION" val="3"/>
  <p:tag name="KSO_WM_DIAGRAM_MAX_ITEMCNT" val="8"/>
  <p:tag name="KSO_WM_DIAGRAM_MIN_ITEMCNT" val="2"/>
  <p:tag name="KSO_WM_DIAGRAM_VIRTUALLY_FRAME" val="{&quot;height&quot;:471.95001220703125,&quot;left&quot;:302.8500122070312,&quot;top&quot;:87.39999389648438,&quot;width&quot;:593.3499755859375}"/>
  <p:tag name="KSO_WM_DIAGRAM_COLOR_TRICK" val="1"/>
  <p:tag name="KSO_WM_DIAGRAM_COLOR_TEXT_CAN_REMOVE" val="n"/>
  <p:tag name="KSO_WM_UNIT_SUBTYPE" val="a"/>
  <p:tag name="KSO_WM_UNIT_PRESET_TEXT" val="单击添加目录标题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6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30244_6*i*1"/>
  <p:tag name="KSO_WM_TEMPLATE_CATEGORY" val="custom"/>
  <p:tag name="KSO_WM_TEMPLATE_INDEX" val="20230244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1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custom20230244_6*l_h_i*1_4_1"/>
  <p:tag name="KSO_WM_TEMPLATE_CATEGORY" val="custom"/>
  <p:tag name="KSO_WM_TEMPLATE_INDEX" val="20230244"/>
  <p:tag name="KSO_WM_UNIT_LAYERLEVEL" val="1_1_1"/>
  <p:tag name="KSO_WM_TAG_VERSION" val="3.0"/>
  <p:tag name="KSO_WM_DIAGRAM_VERSION" val="3"/>
  <p:tag name="KSO_WM_DIAGRAM_MAX_ITEMCNT" val="8"/>
  <p:tag name="KSO_WM_DIAGRAM_MIN_ITEMCNT" val="2"/>
  <p:tag name="KSO_WM_DIAGRAM_VIRTUALLY_FRAME" val="{&quot;height&quot;:471.95001220703125,&quot;left&quot;:302.8500122070312,&quot;top&quot;:87.39999389648438,&quot;width&quot;:593.3499755859375}"/>
  <p:tag name="KSO_WM_DIAGRAM_COLOR_TRICK" val="1"/>
  <p:tag name="KSO_WM_DIAGRAM_COLOR_TEXT_CAN_REMOVE" val="n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0,&quot;colorType&quot;:1,&quot;foreColorIndex&quot;:5,&quot;transparency&quot;:0.8999999761581421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2"/>
  <p:tag name="KSO_WM_UNIT_ID" val="custom20230244_6*l_h_i*1_4_2"/>
  <p:tag name="KSO_WM_TEMPLATE_CATEGORY" val="custom"/>
  <p:tag name="KSO_WM_TEMPLATE_INDEX" val="20230244"/>
  <p:tag name="KSO_WM_UNIT_LAYERLEVEL" val="1_1_1"/>
  <p:tag name="KSO_WM_TAG_VERSION" val="3.0"/>
  <p:tag name="KSO_WM_BEAUTIFY_FLAG" val="#wm#"/>
  <p:tag name="KSO_WM_UNIT_FILL_FORE_SCHEMECOLOR_INDEX_1_BRIGHTNESS" val="0"/>
  <p:tag name="KSO_WM_UNIT_FILL_FORE_SCHEMECOLOR_INDEX_1" val="8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6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9"/>
  <p:tag name="KSO_WM_UNIT_FILL_FORE_SCHEMECOLOR_INDEX_3_POS" val="1"/>
  <p:tag name="KSO_WM_UNIT_FILL_FORE_SCHEMECOLOR_INDEX_3_TRANS" val="0"/>
  <p:tag name="KSO_WM_UNIT_FILL_GRADIENT_TYPE" val="2"/>
  <p:tag name="KSO_WM_UNIT_FILL_GRADIENT_ANGLE" val="0"/>
  <p:tag name="KSO_WM_UNIT_FILL_GRADIENT_DIRECTION" val="12"/>
  <p:tag name="KSO_WM_UNIT_FILL_TYPE" val="3"/>
  <p:tag name="KSO_WM_UNIT_SHADOW_SCHEMECOLOR_INDEX_BRIGHTNESS" val="0"/>
  <p:tag name="KSO_WM_UNIT_SHADOW_SCHEMECOLOR_INDEX" val="7"/>
  <p:tag name="KSO_WM_UNIT_TEXT_FILL_FORE_SCHEMECOLOR_INDEX_BRIGHTNESS" val="0"/>
  <p:tag name="KSO_WM_UNIT_TEXT_FILL_FORE_SCHEMECOLOR_INDEX" val="14"/>
  <p:tag name="KSO_WM_UNIT_TEXT_FILL_TYPE" val="1"/>
  <p:tag name="KSO_WM_DIAGRAM_GROUP_CODE" val="l1-1"/>
  <p:tag name="KSO_WM_DIAGRAM_VERSION" val="3"/>
  <p:tag name="KSO_WM_DIAGRAM_MAX_ITEMCNT" val="8"/>
  <p:tag name="KSO_WM_DIAGRAM_MIN_ITEMCNT" val="2"/>
  <p:tag name="KSO_WM_DIAGRAM_VIRTUALLY_FRAME" val="{&quot;height&quot;:471.95001220703125,&quot;left&quot;:302.8500122070312,&quot;top&quot;:87.39999389648438,&quot;width&quot;:593.3499755859375}"/>
  <p:tag name="KSO_WM_DIAGRAM_COLOR_TRICK" val="1"/>
  <p:tag name="KSO_WM_DIAGRAM_COLOR_TEXT_CAN_REMOVE" val="n"/>
  <p:tag name="KSO_WM_DIAGRAM_COLOR_MATCH_VALUE" val="{&quot;shape&quot;:{&quot;fill&quot;:{&quot;gradient&quot;:[{&quot;brightness&quot;:0,&quot;colorType&quot;:1,&quot;foreColorIndex&quot;:5,&quot;pos&quot;:1,&quot;transparency&quot;:0},{&quot;brightness&quot;:0,&quot;colorType&quot;:1,&quot;foreColorIndex&quot;:6,&quot;pos&quot;:0.20000000298023224,&quot;transparency&quot;:0.3499999940395355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1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1_4_1"/>
  <p:tag name="KSO_WM_TEMPLATE_CATEGORY" val="custom"/>
  <p:tag name="KSO_WM_TEMPLATE_INDEX" val="20230244"/>
  <p:tag name="KSO_WM_UNIT_LAYERLEVEL" val="1_1_1"/>
  <p:tag name="KSO_WM_TAG_VERSION" val="3.0"/>
  <p:tag name="KSO_WM_BEAUTIFY_FLAG" val="#wm#"/>
  <p:tag name="KSO_WM_DIAGRAM_GROUP_CODE" val="l1-1"/>
  <p:tag name="KSO_WM_UNIT_TYPE" val="l_h_f"/>
  <p:tag name="KSO_WM_UNIT_ID" val="custom20230244_6*l_h_f*1_4_1"/>
  <p:tag name="KSO_WM_DIAGRAM_VERSION" val="3"/>
  <p:tag name="KSO_WM_DIAGRAM_MAX_ITEMCNT" val="8"/>
  <p:tag name="KSO_WM_DIAGRAM_MIN_ITEMCNT" val="2"/>
  <p:tag name="KSO_WM_DIAGRAM_VIRTUALLY_FRAME" val="{&quot;height&quot;:471.95001220703125,&quot;left&quot;:302.8500122070312,&quot;top&quot;:87.39999389648438,&quot;width&quot;:593.3499755859375}"/>
  <p:tag name="KSO_WM_DIAGRAM_COLOR_TRICK" val="1"/>
  <p:tag name="KSO_WM_DIAGRAM_COLOR_TEXT_CAN_REMOVE" val="n"/>
  <p:tag name="KSO_WM_UNIT_SUBTYPE" val="a"/>
  <p:tag name="KSO_WM_UNIT_PRESET_TEXT" val="单击添加目录标题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6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</p:tagLst>
</file>

<file path=ppt/tags/tag220.xml><?xml version="1.0" encoding="utf-8"?>
<p:tagLst xmlns:p="http://schemas.openxmlformats.org/presentationml/2006/main">
  <p:tag name="KSO_WM_SLIDE_ID" val="custom20230244_6"/>
  <p:tag name="KSO_WM_TEMPLATE_SUBCATEGORY" val="29"/>
  <p:tag name="KSO_WM_TEMPLATE_MASTER_TYPE" val="0"/>
  <p:tag name="KSO_WM_TEMPLATE_COLOR_TYPE" val="0"/>
  <p:tag name="KSO_WM_SLIDE_TYPE" val="contents"/>
  <p:tag name="KSO_WM_SLIDE_SUBTYPE" val="diag"/>
  <p:tag name="KSO_WM_SLIDE_ITEM_CNT" val="6"/>
  <p:tag name="KSO_WM_SLIDE_INDEX" val="6"/>
  <p:tag name="KSO_WM_TAG_VERSION" val="3.0"/>
  <p:tag name="KSO_WM_BEAUTIFY_FLAG" val="#wm#"/>
  <p:tag name="KSO_WM_TEMPLATE_CATEGORY" val="custom"/>
  <p:tag name="KSO_WM_TEMPLATE_INDEX" val="20230244"/>
  <p:tag name="KSO_WM_SLIDE_LAYOUT" val="a_l"/>
  <p:tag name="KSO_WM_SLIDE_LAYOUT_CNT" val="1_1"/>
  <p:tag name="KSO_WM_TEMPLATE_THUMBS_INDEX" val="1、4、7、12、13、14、15、16、17、18、20、24、25、28、33、36、40、43、44"/>
  <p:tag name="KSO_WM_DIAGRAM_GROUP_CODE" val="l1-1"/>
  <p:tag name="KSO_WM_SLIDE_DIAGTYPE" val="l"/>
  <p:tag name="KSO_WM_SLIDE_THEME_ID" val="3302934"/>
  <p:tag name="KSO_WM_SLIDE_THEME_NAME" val="蓝色简约风主题"/>
</p:tagLst>
</file>

<file path=ppt/tags/tag221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0244_9*e*1"/>
  <p:tag name="KSO_WM_TEMPLATE_CATEGORY" val="custom"/>
  <p:tag name="KSO_WM_TEMPLATE_INDEX" val="20230244"/>
  <p:tag name="KSO_WM_UNIT_LAYERLEVEL" val="1"/>
  <p:tag name="KSO_WM_TAG_VERSION" val="3.0"/>
  <p:tag name="KSO_WM_BEAUTIFY_FLAG" val="#wm#"/>
  <p:tag name="KSO_WM_UNIT_CONTENT_GROUP_TYPE" val="contentchip"/>
</p:tagLst>
</file>

<file path=ppt/tags/tag22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44_9*a*1"/>
  <p:tag name="KSO_WM_TEMPLATE_CATEGORY" val="custom"/>
  <p:tag name="KSO_WM_TEMPLATE_INDEX" val="20230244"/>
  <p:tag name="KSO_WM_UNIT_LAYERLEVEL" val="1"/>
  <p:tag name="KSO_WM_TAG_VERSION" val="3.0"/>
  <p:tag name="KSO_WM_BEAUTIFY_FLAG" val="#wm#"/>
  <p:tag name="KSO_WM_UNIT_CONTENT_GROUP_TYPE" val="contentchip"/>
  <p:tag name="KSO_WM_UNIT_PRESET_TEXT" val="添加章节标题"/>
  <p:tag name="KSO_WM_UNIT_TEXT_TYPE" val="1"/>
</p:tagLst>
</file>

<file path=ppt/tags/tag223.xml><?xml version="1.0" encoding="utf-8"?>
<p:tagLst xmlns:p="http://schemas.openxmlformats.org/presentationml/2006/main">
  <p:tag name="KSO_WM_SLIDE_ID" val="custom20230244_9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0244"/>
  <p:tag name="KSO_WM_SLIDE_LAYOUT" val="a_e"/>
  <p:tag name="KSO_WM_SLIDE_LAYOUT_CNT" val="1_1"/>
  <p:tag name="KSO_WM_TEMPLATE_THUMBS_INDEX" val="1、4、7、12、13、14、15、16、17、18、20、24、25、28、33、36、40、43、44"/>
  <p:tag name="KSO_WM_SLIDE_CONTENT_AREA" val="{&quot;left&quot;:&quot;29.6&quot;,&quot;top&quot;:&quot;87.4&quot;,&quot;width&quot;:&quot;425.55&quot;,&quot;height&quot;:&quot;348.8&quot;}"/>
</p:tagLst>
</file>

<file path=ppt/tags/tag224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225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226.xml><?xml version="1.0" encoding="utf-8"?>
<p:tagLst xmlns:p="http://schemas.openxmlformats.org/presentationml/2006/main">
  <p:tag name="KSO_WM_BEAUTIFY_FLAG" val="#wm#"/>
  <p:tag name="KSO_WM_TEMPLATE_CATEGORY" val="custom"/>
  <p:tag name="KSO_WM_TEMPLATE_INDEX" val="20230244"/>
  <p:tag name="KSO_WM_SLIDE_TYPE" val="text"/>
  <p:tag name="KSO_WM_SLIDE_ID" val="custom20230244_10"/>
  <p:tag name="KSO_WM_TEMPLATE_SUBCATEGORY" val="29"/>
  <p:tag name="KSO_WM_TEMPLATE_MASTER_TYPE" val="0"/>
  <p:tag name="KSO_WM_TEMPLATE_COLOR_TYPE" val="0"/>
  <p:tag name="KSO_WM_SLIDE_ITEM_CNT" val="0"/>
  <p:tag name="KSO_WM_SLIDE_INDEX" val="10"/>
  <p:tag name="KSO_WM_TAG_VERSION" val="3.0"/>
  <p:tag name="KSO_WM_SLIDE_SUBTYPE" val="pureTxt"/>
  <p:tag name="KSO_WM_SLIDE_SIZE" val="863*466"/>
  <p:tag name="KSO_WM_SLIDE_POSITION" val="47*25"/>
  <p:tag name="KSO_WM_SLIDE_LAYOUT" val="a_f"/>
  <p:tag name="KSO_WM_SLIDE_LAYOUT_CNT" val="1_1"/>
  <p:tag name="KSO_WM_SPECIAL_SOURCE" val="bdnull"/>
  <p:tag name="KSO_WM_SLIDE_LAYOUT_NAME" val="标题和内容"/>
</p:tagLst>
</file>

<file path=ppt/tags/tag227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0244_9*e*1"/>
  <p:tag name="KSO_WM_TEMPLATE_CATEGORY" val="custom"/>
  <p:tag name="KSO_WM_TEMPLATE_INDEX" val="20230244"/>
  <p:tag name="KSO_WM_UNIT_LAYERLEVEL" val="1"/>
  <p:tag name="KSO_WM_TAG_VERSION" val="3.0"/>
  <p:tag name="KSO_WM_BEAUTIFY_FLAG" val="#wm#"/>
  <p:tag name="KSO_WM_UNIT_CONTENT_GROUP_TYPE" val="contentchip"/>
</p:tagLst>
</file>

<file path=ppt/tags/tag22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44_9*a*1"/>
  <p:tag name="KSO_WM_TEMPLATE_CATEGORY" val="custom"/>
  <p:tag name="KSO_WM_TEMPLATE_INDEX" val="20230244"/>
  <p:tag name="KSO_WM_UNIT_LAYERLEVEL" val="1"/>
  <p:tag name="KSO_WM_TAG_VERSION" val="3.0"/>
  <p:tag name="KSO_WM_BEAUTIFY_FLAG" val="#wm#"/>
  <p:tag name="KSO_WM_UNIT_CONTENT_GROUP_TYPE" val="contentchip"/>
  <p:tag name="KSO_WM_UNIT_PRESET_TEXT" val="添加章节标题"/>
  <p:tag name="KSO_WM_UNIT_TEXT_TYPE" val="1"/>
</p:tagLst>
</file>

<file path=ppt/tags/tag229.xml><?xml version="1.0" encoding="utf-8"?>
<p:tagLst xmlns:p="http://schemas.openxmlformats.org/presentationml/2006/main">
  <p:tag name="KSO_WM_SLIDE_ID" val="custom20230244_9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0244"/>
  <p:tag name="KSO_WM_SLIDE_LAYOUT" val="a_e"/>
  <p:tag name="KSO_WM_SLIDE_LAYOUT_CNT" val="1_1"/>
  <p:tag name="KSO_WM_TEMPLATE_THUMBS_INDEX" val="1、4、7、12、13、14、15、16、17、18、20、24、25、28、33、36、40、43、44"/>
  <p:tag name="KSO_WM_SLIDE_CONTENT_AREA" val="{&quot;left&quot;:&quot;29.6&quot;,&quot;top&quot;:&quot;87.4&quot;,&quot;width&quot;:&quot;425.55&quot;,&quot;height&quot;:&quot;348.8&quot;}"/>
</p:tagLst>
</file>

<file path=ppt/tags/tag230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231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232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233.xml><?xml version="1.0" encoding="utf-8"?>
<p:tagLst xmlns:p="http://schemas.openxmlformats.org/presentationml/2006/main">
  <p:tag name="KSO_WM_BEAUTIFY_FLAG" val="#wm#"/>
  <p:tag name="KSO_WM_TEMPLATE_CATEGORY" val="custom"/>
  <p:tag name="KSO_WM_TEMPLATE_INDEX" val="20230244"/>
  <p:tag name="KSO_WM_SLIDE_TYPE" val="text"/>
  <p:tag name="KSO_WM_SLIDE_ID" val="custom20230244_10"/>
  <p:tag name="KSO_WM_TEMPLATE_SUBCATEGORY" val="29"/>
  <p:tag name="KSO_WM_TEMPLATE_MASTER_TYPE" val="0"/>
  <p:tag name="KSO_WM_TEMPLATE_COLOR_TYPE" val="0"/>
  <p:tag name="KSO_WM_SLIDE_ITEM_CNT" val="0"/>
  <p:tag name="KSO_WM_SLIDE_INDEX" val="10"/>
  <p:tag name="KSO_WM_TAG_VERSION" val="3.0"/>
  <p:tag name="KSO_WM_SLIDE_SUBTYPE" val="pureTxt"/>
  <p:tag name="KSO_WM_SLIDE_SIZE" val="863*466"/>
  <p:tag name="KSO_WM_SLIDE_POSITION" val="47*25"/>
  <p:tag name="KSO_WM_SLIDE_LAYOUT" val="a_f"/>
  <p:tag name="KSO_WM_SLIDE_LAYOUT_CNT" val="1_1"/>
  <p:tag name="KSO_WM_SPECIAL_SOURCE" val="bdnull"/>
  <p:tag name="KSO_WM_SLIDE_LAYOUT_NAME" val="标题和内容"/>
</p:tagLst>
</file>

<file path=ppt/tags/tag234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235.xml><?xml version="1.0" encoding="utf-8"?>
<p:tagLst xmlns:p="http://schemas.openxmlformats.org/presentationml/2006/main">
  <p:tag name="TABLE_ENDDRAG_ORIGIN_RECT" val="468*616"/>
  <p:tag name="TABLE_ENDDRAG_RECT" val="339*106*468*616"/>
</p:tagLst>
</file>

<file path=ppt/tags/tag236.xml><?xml version="1.0" encoding="utf-8"?>
<p:tagLst xmlns:p="http://schemas.openxmlformats.org/presentationml/2006/main">
  <p:tag name="KSO_WM_BEAUTIFY_FLAG" val="#wm#"/>
  <p:tag name="KSO_WM_TEMPLATE_CATEGORY" val="custom"/>
  <p:tag name="KSO_WM_TEMPLATE_INDEX" val="20230244"/>
</p:tagLst>
</file>

<file path=ppt/tags/tag237.xml><?xml version="1.0" encoding="utf-8"?>
<p:tagLst xmlns:p="http://schemas.openxmlformats.org/presentationml/2006/main">
  <p:tag name="KSO_WM_BEAUTIFY_FLAG" val="#wm#"/>
  <p:tag name="KSO_WM_TEMPLATE_CATEGORY" val="custom"/>
  <p:tag name="KSO_WM_TEMPLATE_INDEX" val="20230244"/>
</p:tagLst>
</file>

<file path=ppt/tags/tag238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0244_9*e*1"/>
  <p:tag name="KSO_WM_TEMPLATE_CATEGORY" val="custom"/>
  <p:tag name="KSO_WM_TEMPLATE_INDEX" val="20230244"/>
  <p:tag name="KSO_WM_UNIT_LAYERLEVEL" val="1"/>
  <p:tag name="KSO_WM_TAG_VERSION" val="3.0"/>
  <p:tag name="KSO_WM_BEAUTIFY_FLAG" val="#wm#"/>
  <p:tag name="KSO_WM_UNIT_CONTENT_GROUP_TYPE" val="contentchip"/>
</p:tagLst>
</file>

<file path=ppt/tags/tag23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44_9*a*1"/>
  <p:tag name="KSO_WM_TEMPLATE_CATEGORY" val="custom"/>
  <p:tag name="KSO_WM_TEMPLATE_INDEX" val="20230244"/>
  <p:tag name="KSO_WM_UNIT_LAYERLEVEL" val="1"/>
  <p:tag name="KSO_WM_TAG_VERSION" val="3.0"/>
  <p:tag name="KSO_WM_BEAUTIFY_FLAG" val="#wm#"/>
  <p:tag name="KSO_WM_UNIT_CONTENT_GROUP_TYPE" val="contentchip"/>
  <p:tag name="KSO_WM_UNIT_PRESET_TEXT" val="添加章节标题"/>
  <p:tag name="KSO_WM_UNIT_TEXT_TYPE" val="1"/>
</p:tagLst>
</file>

<file path=ppt/tags/tag240.xml><?xml version="1.0" encoding="utf-8"?>
<p:tagLst xmlns:p="http://schemas.openxmlformats.org/presentationml/2006/main">
  <p:tag name="KSO_WM_SLIDE_ID" val="custom20230244_9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0244"/>
  <p:tag name="KSO_WM_SLIDE_LAYOUT" val="a_e"/>
  <p:tag name="KSO_WM_SLIDE_LAYOUT_CNT" val="1_1"/>
  <p:tag name="KSO_WM_TEMPLATE_THUMBS_INDEX" val="1、4、7、12、13、14、15、16、17、18、20、24、25、28、33、36、40、43、44"/>
  <p:tag name="KSO_WM_SLIDE_CONTENT_AREA" val="{&quot;left&quot;:&quot;29.6&quot;,&quot;top&quot;:&quot;87.4&quot;,&quot;width&quot;:&quot;425.55&quot;,&quot;height&quot;:&quot;348.8&quot;}"/>
</p:tagLst>
</file>

<file path=ppt/tags/tag241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242.xml><?xml version="1.0" encoding="utf-8"?>
<p:tagLst xmlns:p="http://schemas.openxmlformats.org/presentationml/2006/main">
  <p:tag name="KSO_WM_BEAUTIFY_FLAG" val="#wm#"/>
  <p:tag name="KSO_WM_TEMPLATE_CATEGORY" val="custom"/>
  <p:tag name="KSO_WM_TEMPLATE_INDEX" val="20230244"/>
  <p:tag name="KSO_WM_SLIDE_TYPE" val="text"/>
  <p:tag name="KSO_WM_SLIDE_ID" val="custom20230244_10"/>
  <p:tag name="KSO_WM_TEMPLATE_SUBCATEGORY" val="29"/>
  <p:tag name="KSO_WM_TEMPLATE_MASTER_TYPE" val="0"/>
  <p:tag name="KSO_WM_TEMPLATE_COLOR_TYPE" val="0"/>
  <p:tag name="KSO_WM_SLIDE_ITEM_CNT" val="0"/>
  <p:tag name="KSO_WM_SLIDE_INDEX" val="10"/>
  <p:tag name="KSO_WM_TAG_VERSION" val="3.0"/>
  <p:tag name="KSO_WM_SLIDE_SUBTYPE" val="pureTxt"/>
  <p:tag name="KSO_WM_SLIDE_SIZE" val="863*466"/>
  <p:tag name="KSO_WM_SLIDE_POSITION" val="47*25"/>
  <p:tag name="KSO_WM_SLIDE_LAYOUT" val="a_f"/>
  <p:tag name="KSO_WM_SLIDE_LAYOUT_CNT" val="1_1"/>
  <p:tag name="KSO_WM_SPECIAL_SOURCE" val="bdnull"/>
  <p:tag name="KSO_WM_SLIDE_LAYOUT_NAME" val="标题和内容"/>
</p:tagLst>
</file>

<file path=ppt/tags/tag243.xml><?xml version="1.0" encoding="utf-8"?>
<p:tagLst xmlns:p="http://schemas.openxmlformats.org/presentationml/2006/main">
  <p:tag name="KSO_WM_BEAUTIFY_FLAG" val="#wm#"/>
  <p:tag name="KSO_WM_TEMPLATE_CATEGORY" val="custom"/>
  <p:tag name="KSO_WM_TEMPLATE_INDEX" val="20230244"/>
</p:tagLst>
</file>

<file path=ppt/tags/tag244.xml><?xml version="1.0" encoding="utf-8"?>
<p:tagLst xmlns:p="http://schemas.openxmlformats.org/presentationml/2006/main">
  <p:tag name="KSO_WM_BEAUTIFY_FLAG" val="#wm#"/>
  <p:tag name="KSO_WM_TEMPLATE_CATEGORY" val="custom"/>
  <p:tag name="KSO_WM_TEMPLATE_INDEX" val="20230244"/>
</p:tagLst>
</file>

<file path=ppt/tags/tag245.xml><?xml version="1.0" encoding="utf-8"?>
<p:tagLst xmlns:p="http://schemas.openxmlformats.org/presentationml/2006/main">
  <p:tag name="KSO_WM_BEAUTIFY_FLAG" val="#wm#"/>
  <p:tag name="KSO_WM_TEMPLATE_CATEGORY" val="custom"/>
  <p:tag name="KSO_WM_TEMPLATE_INDEX" val="20230244"/>
</p:tagLst>
</file>

<file path=ppt/tags/tag246.xml><?xml version="1.0" encoding="utf-8"?>
<p:tagLst xmlns:p="http://schemas.openxmlformats.org/presentationml/2006/main">
  <p:tag name="KSO_WM_BEAUTIFY_FLAG" val="#wm#"/>
  <p:tag name="KSO_WM_TEMPLATE_CATEGORY" val="custom"/>
  <p:tag name="KSO_WM_TEMPLATE_INDEX" val="20230244"/>
</p:tagLst>
</file>

<file path=ppt/tags/tag247.xml><?xml version="1.0" encoding="utf-8"?>
<p:tagLst xmlns:p="http://schemas.openxmlformats.org/presentationml/2006/main">
  <p:tag name="KSO_WM_BEAUTIFY_FLAG" val="#wm#"/>
  <p:tag name="KSO_WM_TEMPLATE_CATEGORY" val="custom"/>
  <p:tag name="KSO_WM_TEMPLATE_INDEX" val="20230244"/>
</p:tagLst>
</file>

<file path=ppt/tags/tag248.xml><?xml version="1.0" encoding="utf-8"?>
<p:tagLst xmlns:p="http://schemas.openxmlformats.org/presentationml/2006/main">
  <p:tag name="KSO_WM_BEAUTIFY_FLAG" val="#wm#"/>
  <p:tag name="KSO_WM_TEMPLATE_CATEGORY" val="custom"/>
  <p:tag name="KSO_WM_TEMPLATE_INDEX" val="20230244"/>
</p:tagLst>
</file>

<file path=ppt/tags/tag249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0244_9*e*1"/>
  <p:tag name="KSO_WM_TEMPLATE_CATEGORY" val="custom"/>
  <p:tag name="KSO_WM_TEMPLATE_INDEX" val="20230244"/>
  <p:tag name="KSO_WM_UNIT_LAYERLEVEL" val="1"/>
  <p:tag name="KSO_WM_TAG_VERSION" val="3.0"/>
  <p:tag name="KSO_WM_BEAUTIFY_FLAG" val="#wm#"/>
  <p:tag name="KSO_WM_UNIT_CONTENT_GROUP_TYPE" val="contentchip"/>
</p:tagLst>
</file>

<file path=ppt/tags/tag25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44_9*a*1"/>
  <p:tag name="KSO_WM_TEMPLATE_CATEGORY" val="custom"/>
  <p:tag name="KSO_WM_TEMPLATE_INDEX" val="20230244"/>
  <p:tag name="KSO_WM_UNIT_LAYERLEVEL" val="1"/>
  <p:tag name="KSO_WM_TAG_VERSION" val="3.0"/>
  <p:tag name="KSO_WM_BEAUTIFY_FLAG" val="#wm#"/>
  <p:tag name="KSO_WM_UNIT_CONTENT_GROUP_TYPE" val="contentchip"/>
  <p:tag name="KSO_WM_UNIT_PRESET_TEXT" val="添加章节标题"/>
  <p:tag name="KSO_WM_UNIT_TEXT_TYPE" val="1"/>
</p:tagLst>
</file>

<file path=ppt/tags/tag251.xml><?xml version="1.0" encoding="utf-8"?>
<p:tagLst xmlns:p="http://schemas.openxmlformats.org/presentationml/2006/main">
  <p:tag name="KSO_WM_SLIDE_ID" val="custom20230244_9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0244"/>
  <p:tag name="KSO_WM_SLIDE_LAYOUT" val="a_e"/>
  <p:tag name="KSO_WM_SLIDE_LAYOUT_CNT" val="1_1"/>
  <p:tag name="KSO_WM_TEMPLATE_THUMBS_INDEX" val="1、4、7、12、13、14、15、16、17、18、20、24、25、28、33、36、40、43、44"/>
  <p:tag name="KSO_WM_SLIDE_CONTENT_AREA" val="{&quot;left&quot;:&quot;29.6&quot;,&quot;top&quot;:&quot;87.4&quot;,&quot;width&quot;:&quot;425.55&quot;,&quot;height&quot;:&quot;348.8&quot;}"/>
</p:tagLst>
</file>

<file path=ppt/tags/tag252.xml><?xml version="1.0" encoding="utf-8"?>
<p:tagLst xmlns:p="http://schemas.openxmlformats.org/presentationml/2006/main">
  <p:tag name="TABLE_ENDDRAG_ORIGIN_RECT" val="399*447"/>
  <p:tag name="TABLE_ENDDRAG_RECT" val="62*123*400*447"/>
</p:tagLst>
</file>

<file path=ppt/tags/tag253.xml><?xml version="1.0" encoding="utf-8"?>
<p:tagLst xmlns:p="http://schemas.openxmlformats.org/presentationml/2006/main">
  <p:tag name="TABLE_ENDDRAG_ORIGIN_RECT" val="286*308"/>
  <p:tag name="TABLE_ENDDRAG_RECT" val="67*189*286*308"/>
</p:tagLst>
</file>

<file path=ppt/tags/tag254.xml><?xml version="1.0" encoding="utf-8"?>
<p:tagLst xmlns:p="http://schemas.openxmlformats.org/presentationml/2006/main">
  <p:tag name="KSO_WM_BEAUTIFY_FLAG" val="#wm#"/>
  <p:tag name="KSO_WM_TEMPLATE_CATEGORY" val="custom"/>
  <p:tag name="KSO_WM_TEMPLATE_INDEX" val="20230244"/>
</p:tagLst>
</file>

<file path=ppt/tags/tag255.xml><?xml version="1.0" encoding="utf-8"?>
<p:tagLst xmlns:p="http://schemas.openxmlformats.org/presentationml/2006/main">
  <p:tag name="KSO_WM_BEAUTIFY_FLAG" val="#wm#"/>
  <p:tag name="KSO_WM_TEMPLATE_CATEGORY" val="custom"/>
  <p:tag name="KSO_WM_TEMPLATE_INDEX" val="20230244"/>
</p:tagLst>
</file>

<file path=ppt/tags/tag256.xml><?xml version="1.0" encoding="utf-8"?>
<p:tagLst xmlns:p="http://schemas.openxmlformats.org/presentationml/2006/main">
  <p:tag name="KSO_WM_UNIT_ISCONTENTSTITLE" val="0"/>
  <p:tag name="KSO_WM_UNIT_ISNUMDGMTITLE" val="0"/>
  <p:tag name="KSO_WM_UNIT_NOCLEAR" val="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44_11*a*1"/>
  <p:tag name="KSO_WM_TEMPLATE_CATEGORY" val="custom"/>
  <p:tag name="KSO_WM_TEMPLATE_INDEX" val="20230244"/>
  <p:tag name="KSO_WM_UNIT_LAYERLEVEL" val="1"/>
  <p:tag name="KSO_WM_TAG_VERSION" val="3.0"/>
  <p:tag name="KSO_WM_BEAUTIFY_FLAG" val="#wm#"/>
  <p:tag name="KSO_WM_UNIT_CONTENT_GROUP_TYPE" val="contentchip"/>
</p:tagLst>
</file>

<file path=ppt/tags/tag257.xml><?xml version="1.0" encoding="utf-8"?>
<p:tagLst xmlns:p="http://schemas.openxmlformats.org/presentationml/2006/main">
  <p:tag name="KSO_WM_SLIDE_ID" val="custom20230244_11"/>
  <p:tag name="KSO_WM_TEMPLATE_SUBCATEGORY" val="29"/>
  <p:tag name="KSO_WM_TEMPLATE_MASTER_TYPE" val="0"/>
  <p:tag name="KSO_WM_TEMPLATE_COLOR_TYPE" val="0"/>
  <p:tag name="KSO_WM_SLIDE_TYPE" val="endPage"/>
  <p:tag name="KSO_WM_SLIDE_SUBTYPE" val="pureTxt"/>
  <p:tag name="KSO_WM_SLIDE_ITEM_CNT" val="0"/>
  <p:tag name="KSO_WM_SLIDE_INDEX" val="11"/>
  <p:tag name="KSO_WM_TAG_VERSION" val="3.0"/>
  <p:tag name="KSO_WM_BEAUTIFY_FLAG" val="#wm#"/>
  <p:tag name="KSO_WM_TEMPLATE_CATEGORY" val="custom"/>
  <p:tag name="KSO_WM_TEMPLATE_INDEX" val="20230244"/>
  <p:tag name="KSO_WM_SLIDE_LAYOUT" val="a_f"/>
  <p:tag name="KSO_WM_SLIDE_LAYOUT_CNT" val="1_1"/>
  <p:tag name="KSO_WM_TEMPLATE_THUMBS_INDEX" val="1、4、7、12、13、14、15、16、17、18、20、24、25、28、33、36、40、43、44"/>
  <p:tag name="KSO_WM_SLIDE_CONTENT_AREA" val="{&quot;left&quot;:&quot;340.55&quot;,&quot;top&quot;:&quot;121.5&quot;,&quot;width&quot;:&quot;600.15&quot;,&quot;height&quot;:&quot;297&quot;}"/>
</p:tagLst>
</file>

<file path=ppt/tags/tag258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0244_9*e*1"/>
  <p:tag name="KSO_WM_TEMPLATE_CATEGORY" val="custom"/>
  <p:tag name="KSO_WM_TEMPLATE_INDEX" val="20230244"/>
  <p:tag name="KSO_WM_UNIT_LAYERLEVEL" val="1"/>
  <p:tag name="KSO_WM_TAG_VERSION" val="3.0"/>
  <p:tag name="KSO_WM_BEAUTIFY_FLAG" val="#wm#"/>
  <p:tag name="KSO_WM_UNIT_CONTENT_GROUP_TYPE" val="contentchip"/>
</p:tagLst>
</file>

<file path=ppt/tags/tag25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44_9*a*1"/>
  <p:tag name="KSO_WM_TEMPLATE_CATEGORY" val="custom"/>
  <p:tag name="KSO_WM_TEMPLATE_INDEX" val="20230244"/>
  <p:tag name="KSO_WM_UNIT_LAYERLEVEL" val="1"/>
  <p:tag name="KSO_WM_TAG_VERSION" val="3.0"/>
  <p:tag name="KSO_WM_BEAUTIFY_FLAG" val="#wm#"/>
  <p:tag name="KSO_WM_UNIT_CONTENT_GROUP_TYPE" val="contentchip"/>
  <p:tag name="KSO_WM_UNIT_PRESET_TEXT" val="添加章节标题"/>
  <p:tag name="KSO_WM_UNIT_TEXT_TYPE" val="1"/>
</p:tagLst>
</file>

<file path=ppt/tags/tag260.xml><?xml version="1.0" encoding="utf-8"?>
<p:tagLst xmlns:p="http://schemas.openxmlformats.org/presentationml/2006/main">
  <p:tag name="KSO_WM_SLIDE_ID" val="custom20230244_9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0244"/>
  <p:tag name="KSO_WM_SLIDE_LAYOUT" val="a_e"/>
  <p:tag name="KSO_WM_SLIDE_LAYOUT_CNT" val="1_1"/>
  <p:tag name="KSO_WM_TEMPLATE_THUMBS_INDEX" val="1、4、7、12、13、14、15、16、17、18、20、24、25、28、33、36、40、43、44"/>
  <p:tag name="KSO_WM_SLIDE_CONTENT_AREA" val="{&quot;left&quot;:&quot;29.6&quot;,&quot;top&quot;:&quot;87.4&quot;,&quot;width&quot;:&quot;425.55&quot;,&quot;height&quot;:&quot;348.8&quot;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蓝色简约主">
      <a:dk1>
        <a:srgbClr val="000000"/>
      </a:dk1>
      <a:lt1>
        <a:srgbClr val="FFFFFF"/>
      </a:lt1>
      <a:dk2>
        <a:srgbClr val="16468D"/>
      </a:dk2>
      <a:lt2>
        <a:srgbClr val="D2F0FB"/>
      </a:lt2>
      <a:accent1>
        <a:srgbClr val="018AFF"/>
      </a:accent1>
      <a:accent2>
        <a:srgbClr val="109BEE"/>
      </a:accent2>
      <a:accent3>
        <a:srgbClr val="16AADB"/>
      </a:accent3>
      <a:accent4>
        <a:srgbClr val="1BB8C7"/>
      </a:accent4>
      <a:accent5>
        <a:srgbClr val="1FC5B1"/>
      </a:accent5>
      <a:accent6>
        <a:srgbClr val="23D197"/>
      </a:accent6>
      <a:hlink>
        <a:srgbClr val="F128E5"/>
      </a:hlink>
      <a:folHlink>
        <a:srgbClr val="12E863"/>
      </a:folHlink>
    </a:clrScheme>
    <a:fontScheme name="自定义 16">
      <a:majorFont>
        <a:latin typeface="MiSans Heavy"/>
        <a:ea typeface="MiSans Heavy"/>
        <a:cs typeface=""/>
      </a:majorFont>
      <a:minorFont>
        <a:latin typeface="MiSans Normal"/>
        <a:ea typeface="MiSans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">
  <a:themeElements>
    <a:clrScheme name="">
      <a:dk1>
        <a:srgbClr val="000000"/>
      </a:dk1>
      <a:lt1>
        <a:srgbClr val="FFFFFF"/>
      </a:lt1>
      <a:dk2>
        <a:srgbClr val="16468D"/>
      </a:dk2>
      <a:lt2>
        <a:srgbClr val="D2F0FB"/>
      </a:lt2>
      <a:accent1>
        <a:srgbClr val="018AFF"/>
      </a:accent1>
      <a:accent2>
        <a:srgbClr val="109BEE"/>
      </a:accent2>
      <a:accent3>
        <a:srgbClr val="16AADB"/>
      </a:accent3>
      <a:accent4>
        <a:srgbClr val="1BB8C7"/>
      </a:accent4>
      <a:accent5>
        <a:srgbClr val="1FC5B1"/>
      </a:accent5>
      <a:accent6>
        <a:srgbClr val="23D197"/>
      </a:accent6>
      <a:hlink>
        <a:srgbClr val="F128E5"/>
      </a:hlink>
      <a:folHlink>
        <a:srgbClr val="12E863"/>
      </a:folHlink>
    </a:clrScheme>
    <a:fontScheme name="自定义 16">
      <a:majorFont>
        <a:latin typeface="MiSans Heavy"/>
        <a:ea typeface="MiSans Heavy"/>
        <a:cs typeface=""/>
      </a:majorFont>
      <a:minorFont>
        <a:latin typeface="MiSans Normal"/>
        <a:ea typeface="MiSans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14224</Words>
  <Application>WPS 文字</Application>
  <PresentationFormat>宽屏</PresentationFormat>
  <Paragraphs>3165</Paragraphs>
  <Slides>51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51</vt:i4>
      </vt:variant>
    </vt:vector>
  </HeadingPairs>
  <TitlesOfParts>
    <vt:vector size="74" baseType="lpstr">
      <vt:lpstr>Arial</vt:lpstr>
      <vt:lpstr>宋体</vt:lpstr>
      <vt:lpstr>Wingdings</vt:lpstr>
      <vt:lpstr>Wingdings</vt:lpstr>
      <vt:lpstr>MiSans Normal</vt:lpstr>
      <vt:lpstr>微软雅黑</vt:lpstr>
      <vt:lpstr>汉仪旗黑</vt:lpstr>
      <vt:lpstr>新宋体</vt:lpstr>
      <vt:lpstr>方正书宋_GBK</vt:lpstr>
      <vt:lpstr>仿宋</vt:lpstr>
      <vt:lpstr>方正仿宋_GBK</vt:lpstr>
      <vt:lpstr>微软雅黑</vt:lpstr>
      <vt:lpstr>MiSans Heavy</vt:lpstr>
      <vt:lpstr>宋体</vt:lpstr>
      <vt:lpstr>Arial Unicode MS</vt:lpstr>
      <vt:lpstr>苹方-简</vt:lpstr>
      <vt:lpstr>Arial</vt:lpstr>
      <vt:lpstr>微软雅黑</vt:lpstr>
      <vt:lpstr>汉仪书宋二KW</vt:lpstr>
      <vt:lpstr>Times New Roman Regular</vt:lpstr>
      <vt:lpstr>WPS</vt:lpstr>
      <vt:lpstr>1_Office 主题</vt:lpstr>
      <vt:lpstr>2_Office 主题</vt:lpstr>
      <vt:lpstr>网上综合书店销售数据库</vt:lpstr>
      <vt:lpstr>目录</vt:lpstr>
      <vt:lpstr>题目介绍</vt:lpstr>
      <vt:lpstr>题目介绍</vt:lpstr>
      <vt:lpstr>需求分析</vt:lpstr>
      <vt:lpstr>需求分析</vt:lpstr>
      <vt:lpstr>需求分析</vt:lpstr>
      <vt:lpstr>需求分析</vt:lpstr>
      <vt:lpstr>需求分析</vt:lpstr>
      <vt:lpstr>需求分析</vt:lpstr>
      <vt:lpstr>需求分析</vt:lpstr>
      <vt:lpstr>模型图</vt:lpstr>
      <vt:lpstr>模型图</vt:lpstr>
      <vt:lpstr>模型图</vt:lpstr>
      <vt:lpstr>模型图</vt:lpstr>
      <vt:lpstr>模型图</vt:lpstr>
      <vt:lpstr>模型图</vt:lpstr>
      <vt:lpstr>模型图</vt:lpstr>
      <vt:lpstr>模型图</vt:lpstr>
      <vt:lpstr>数据库设计</vt:lpstr>
      <vt:lpstr>数据库设计</vt:lpstr>
      <vt:lpstr>数据库设计</vt:lpstr>
      <vt:lpstr>数据库设计</vt:lpstr>
      <vt:lpstr>数据库设计</vt:lpstr>
      <vt:lpstr>THANK YOU！</vt:lpstr>
      <vt:lpstr>附录：关系模式明细</vt:lpstr>
      <vt:lpstr>数据库设计</vt:lpstr>
      <vt:lpstr>数据库设计</vt:lpstr>
      <vt:lpstr>数据库设计</vt:lpstr>
      <vt:lpstr>数据库设计</vt:lpstr>
      <vt:lpstr>数据库设计</vt:lpstr>
      <vt:lpstr>数据库设计</vt:lpstr>
      <vt:lpstr>数据库设计</vt:lpstr>
      <vt:lpstr>数据库设计</vt:lpstr>
      <vt:lpstr>数据库设计</vt:lpstr>
      <vt:lpstr>数据库设计</vt:lpstr>
      <vt:lpstr>数据库设计</vt:lpstr>
      <vt:lpstr>数据库设计</vt:lpstr>
      <vt:lpstr>数据库设计</vt:lpstr>
      <vt:lpstr>数据库设计</vt:lpstr>
      <vt:lpstr>数据库设计</vt:lpstr>
      <vt:lpstr>数据库设计</vt:lpstr>
      <vt:lpstr>数据库设计</vt:lpstr>
      <vt:lpstr>数据库设计</vt:lpstr>
      <vt:lpstr>数据库设计</vt:lpstr>
      <vt:lpstr>数据库设计</vt:lpstr>
      <vt:lpstr>数据库设计</vt:lpstr>
      <vt:lpstr>数据库设计</vt:lpstr>
      <vt:lpstr>数据库设计</vt:lpstr>
      <vt:lpstr>数据库设计</vt:lpstr>
      <vt:lpstr>数据库设计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吴雨泽</cp:lastModifiedBy>
  <cp:revision>227</cp:revision>
  <dcterms:created xsi:type="dcterms:W3CDTF">2026-05-05T14:46:51Z</dcterms:created>
  <dcterms:modified xsi:type="dcterms:W3CDTF">2026-05-05T14:46:51Z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2052-7.2.2.8955</vt:lpwstr>
  </property>
  <property fmtid="{D5CDD505-2E9C-101B-9397-08002B2CF9AE}" pid="3" name="ICV">
    <vt:lpwstr>A964AAEC0ADDEA10F199EC696339E445_41</vt:lpwstr>
  </property>
</Properties>
</file>